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passed | 2025-11-06T12:45:48Z | 2025-11-06T12:47:35Z</a:t>
            </a:r>
          </a:p>
          <a:p>
            <a:r>
              <a:t>Amber Gupta (EXT-Nokia) | lnpframework | passed | 2025-11-06T11:21:09Z | 2025-11-06T11:22:06Z</a:t>
            </a:r>
          </a:p>
          <a:p>
            <a:r>
              <a:t>Amber Gupta (EXT-Nokia) | lnpframework | passed | 2025-11-06T11:15:36Z | 2025-11-06T11:15:58Z</a:t>
            </a:r>
          </a:p>
          <a:p>
            <a:r>
              <a:t>Amber Gupta (EXT-Nokia) | lnpframework | passed | 2025-11-06T11:04:09Z | 2025-11-06T11:05:06Z</a:t>
            </a:r>
          </a:p>
          <a:p>
            <a:r>
              <a:t>Amber Gupta (EXT-Nokia) | lnpframework | passed | 2025-11-06T11:01:42Z | 2025-11-06T11:02:04Z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