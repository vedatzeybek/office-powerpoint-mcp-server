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Ecaterina Ternovetcaia (EXT-Nokia) | upg | failed | 2025-11-07T09:20:55 | 2025-11-07T10:07:24</a:t>
            </a:r>
          </a:p>
          <a:p>
            <a:pPr algn="l"/>
            <a:r>
              <a:rPr sz="1400" b="0">
                <a:latin typeface="Arial"/>
              </a:rPr>
              <a:t>Ecaterina Ternovetcaia (EXT-Nokia) | upg | failed | 2025-11-07T05:47:06 | 2025-11-07T05:52:24</a:t>
            </a:r>
          </a:p>
          <a:p>
            <a:pPr algn="l"/>
            <a:r>
              <a:rPr sz="1400" b="0">
                <a:latin typeface="Arial"/>
              </a:rPr>
              <a:t>Ecaterina Ternovetcaia (EXT-Nokia) | upg | failed | 2025-11-07T04:27:29 | 2025-11-07T04:43:26</a:t>
            </a:r>
          </a:p>
          <a:p>
            <a:pPr algn="l"/>
            <a:r>
              <a:rPr sz="1400" b="0">
                <a:latin typeface="Arial"/>
              </a:rPr>
              <a:t>Ecaterina Ternovetcaia (EXT-Nokia) | upg | failed | 2025-10-31T02:03:01 | 2025-10-31T03:30:03</a:t>
            </a:r>
          </a:p>
          <a:p>
            <a:pPr algn="l"/>
            <a:r>
              <a:rPr sz="1400" b="0">
                <a:latin typeface="Arial"/>
              </a:rPr>
              <a:t>Ecaterina Ternovetcaia (EXT-Nokia) | upg | failed | 2025-10-30T23:41:14 | 2025-10-30T23:42:36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