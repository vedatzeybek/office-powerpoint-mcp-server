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25.0</c:v>
                </c:pt>
                <c:pt idx="1">
                  <c:v>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upg</c:v>
                </c:pt>
                <c:pt idx="2">
                  <c:v>sepp</c:v>
                </c:pt>
                <c:pt idx="3">
                  <c:v>lnpframework</c:v>
                </c:pt>
                <c:pt idx="4">
                  <c:v>nbsf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25.0</c:v>
                </c:pt>
                <c:pt idx="1">
                  <c:v>25.0</c:v>
                </c:pt>
                <c:pt idx="2">
                  <c:v>25.0</c:v>
                </c:pt>
                <c:pt idx="3">
                  <c:v>25.0</c:v>
                </c:pt>
                <c:pt idx="4">
                  <c:v>25.0</c:v>
                </c:pt>
                <c:pt idx="5">
                  <c:v>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0" y="109728000"/>
          <a:ext cx="548640000" cy="3200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Sessions per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0" y="109728000"/>
          <a:ext cx="548640000" cy="3200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0" y="109728000"/>
          <a:ext cx="548640000" cy="3200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