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HSS 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  <a:p>
            <a:r>
              <a:t>Arumugam Saravanan (EXT-Nokia) | hss | passed | 2025-10-30T23:05:51Z | 2025-10-30T23:07:48Z</a:t>
            </a:r>
          </a:p>
          <a:p>
            <a:r>
              <a:t>Arumugam Saravanan (EXT-Nokia) | hss | passed | 2025-10-30T22:06:53Z | 2025-10-30T22:09:00Z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HSS Test Sessions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