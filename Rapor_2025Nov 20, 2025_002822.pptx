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nfpackage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23.0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Thu Jan 01 00:00:00 1970 | Thu Jan 01 00:00:00 1970</a:t>
            </a:r>
          </a:p>
          <a:p>
            <a:r>
              <a:t>Ecaterina Ternovetcaia (EXT-Nokia) | upg | failed | Thu Jan 01 00:00:00 1970 | Thu Jan 01 00:00:00 1970</a:t>
            </a:r>
          </a:p>
          <a:p>
            <a:r>
              <a:t>Ecaterina Ternovetcaia (EXT-Nokia) | upg | failed | Thu Jan 01 00:00:00 1970 | Thu Jan 01 00:00:00 1970</a:t>
            </a:r>
          </a:p>
          <a:p>
            <a:r>
              <a:t>Ecaterina Ternovetcaia (EXT-Nokia) | upg | failed | Thu Jan 01 00:00:00 1970 | Thu Jan 01 00:00:00 1970</a:t>
            </a:r>
          </a:p>
          <a:p>
            <a:r>
              <a:t>Ecaterina Ternovetcaia (EXT-Nokia) | upg | failed | Thu Jan 01 00:00:00 1970 | Thu Jan 01 00:00:00 1970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Jan 01 00:00:00 1970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