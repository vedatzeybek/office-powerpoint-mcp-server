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20.0</c:v>
                </c:pt>
                <c:pt idx="1">
                  <c:v>5.0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107.0</c:v>
                </c:pt>
                <c:pt idx="1">
                  <c:v>57.0</c:v>
                </c:pt>
                <c:pt idx="2">
                  <c:v>16.0</c:v>
                </c:pt>
                <c:pt idx="3">
                  <c:v>22.0</c:v>
                </c:pt>
                <c:pt idx="4">
                  <c:v>16.0</c:v>
                </c:pt>
                <c:pt idx="5">
                  <c:v>12.0</c:v>
                </c:pt>
                <c:pt idx="6">
                  <c:v>57.0</c:v>
                </c:pt>
                <c:pt idx="7">
                  <c:v>22.0</c:v>
                </c:pt>
                <c:pt idx="8">
                  <c:v>642.0</c:v>
                </c:pt>
                <c:pt idx="9">
                  <c:v>37.0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60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