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title>
      <c:tx>
        <c:rich>
          <a:bodyPr/>
          <a:lstStyle/>
          <a:p>
            <a:r>
              <a:t>Overall Test Status</a:t>
            </a:r>
          </a:p>
        </c:rich>
      </c:tx>
      <c:layout/>
      <c:overlay val="0"/>
    </c:title>
    <c:autoTitleDeleted val="0"/>
    <c:plotArea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Count</c:v>
                </c:pt>
              </c:strCache>
            </c:strRef>
          </c:tx>
          <c:cat>
            <c:strRef>
              <c:f>Sheet1!$A$2:$A$3</c:f>
              <c:strCache>
                <c:ptCount val="2"/>
                <c:pt idx="0">
                  <c:v>Pass</c:v>
                </c:pt>
                <c:pt idx="1">
                  <c:v>Fail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12.0</c:v>
                </c:pt>
                <c:pt idx="1">
                  <c:v>46.0</c:v>
                </c:pt>
              </c:numCache>
            </c:numRef>
          </c:val>
        </c:ser>
      </c:pieChart>
    </c:plotArea>
    <c:legend/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Server Session Count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Count</c:v>
                </c:pt>
              </c:strCache>
            </c:strRef>
          </c:tx>
          <c:cat>
            <c:strRef>
              <c:f>Sheet1!$A$2:$A$3</c:f>
              <c:strCache>
                <c:ptCount val="2"/>
                <c:pt idx="0">
                  <c:v>ARTS01</c:v>
                </c:pt>
                <c:pt idx="1">
                  <c:v>ARTS03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31.0</c:v>
                </c:pt>
                <c:pt idx="1">
                  <c:v>19.0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title>
          <c:tx>
            <c:rich>
              <a:bodyPr/>
              <a:lstStyle/>
              <a:p>
                <a:r>
                  <a:t>Count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/>
        <c:title>
          <c:tx>
            <c:rich>
              <a:bodyPr/>
              <a:lstStyle/>
              <a:p>
                <a:r>
                  <a:t>Servers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crossAx val="-2068027336"/>
        <c:crosses val="autoZero"/>
      </c:valAx>
    </c:plotArea>
    <c:legend/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ARTS01 NF Distribution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Count</c:v>
                </c:pt>
              </c:strCache>
            </c:strRef>
          </c:tx>
          <c:cat>
            <c:strRef>
              <c:f>Sheet1!$A$2:$A$7</c:f>
              <c:strCache>
                <c:ptCount val="6"/>
                <c:pt idx="0">
                  <c:v>hss</c:v>
                </c:pt>
                <c:pt idx="1">
                  <c:v>lnpframework</c:v>
                </c:pt>
                <c:pt idx="2">
                  <c:v>nbsf</c:v>
                </c:pt>
                <c:pt idx="3">
                  <c:v>sepp</c:v>
                </c:pt>
                <c:pt idx="4">
                  <c:v>upg</c:v>
                </c:pt>
                <c:pt idx="5">
                  <c:v>usdp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1.0</c:v>
                </c:pt>
                <c:pt idx="1">
                  <c:v>1.0</c:v>
                </c:pt>
                <c:pt idx="2">
                  <c:v>1.0</c:v>
                </c:pt>
                <c:pt idx="3">
                  <c:v>1.0</c:v>
                </c:pt>
                <c:pt idx="4">
                  <c:v>1.0</c:v>
                </c:pt>
                <c:pt idx="5">
                  <c:v>1.0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title>
          <c:tx>
            <c:rich>
              <a:bodyPr/>
              <a:lstStyle/>
              <a:p>
                <a:r>
                  <a:t>Count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/>
        <c:title>
          <c:tx>
            <c:rich>
              <a:bodyPr/>
              <a:lstStyle/>
              <a:p>
                <a:r>
                  <a:t>NF Packages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crossAx val="-2068027336"/>
        <c:crosses val="autoZero"/>
      </c:valAx>
    </c:plotArea>
    <c:legend/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ARTS01 Passed Session Duration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Duration (sec)</c:v>
                </c:pt>
              </c:strCache>
            </c:strRef>
          </c:tx>
          <c:cat>
            <c:strRef>
              <c:f>Sheet1!$A$2:$A$3</c:f>
              <c:strCache>
                <c:ptCount val="2"/>
                <c:pt idx="0">
                  <c:v>1-2-3_I_ARTS01_upg_2400-DEV104_1762433147</c:v>
                </c:pt>
                <c:pt idx="1">
                  <c:v>DemoTest_I_ARTS01_nbsf_924_1762423036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107.0</c:v>
                </c:pt>
                <c:pt idx="1">
                  <c:v>353.0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title>
          <c:tx>
            <c:rich>
              <a:bodyPr/>
              <a:lstStyle/>
              <a:p>
                <a:r>
                  <a:t>Duration (sec)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/>
        <c:title>
          <c:tx>
            <c:rich>
              <a:bodyPr/>
              <a:lstStyle/>
              <a:p>
                <a:r>
                  <a:t>Sessions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crossAx val="-2068027336"/>
        <c:crosses val="autoZero"/>
      </c:valAx>
    </c:plotArea>
    <c:legend/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chart" Target="../charts/char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chart" Target="../charts/char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chart" Target="../charts/chart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chart" Target="../charts/chart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Test Report in Last 30 days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914400" y="914400"/>
          <a:ext cx="7315200" cy="54864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914400" y="914400"/>
          <a:ext cx="7315200" cy="54864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914400" y="914400"/>
          <a:ext cx="7315200" cy="54864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914400" y="914400"/>
          <a:ext cx="7315200" cy="54864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