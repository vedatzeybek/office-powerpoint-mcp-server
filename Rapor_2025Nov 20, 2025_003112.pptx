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2.0</c:v>
                </c:pt>
                <c:pt idx="1">
                  <c:v>3.0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Ecaterina Ternovetcaia (EXT-Nokia) | upg | failed | 2025-11-19 10:00 | 2025-11-19 10:30</a:t>
            </a:r>
          </a:p>
          <a:p>
            <a:r>
              <a:t>Ecaterina Ternovetcaia (EXT-Nokia) | upg | failed | 2025-11-19 10:00 | 2025-11-19 10:30</a:t>
            </a:r>
          </a:p>
          <a:p>
            <a:r>
              <a:t>Ecaterina Ternovetcaia (EXT-Nokia) | upg | failed | 2025-11-19 10:00 | 2025-11-19 10:30</a:t>
            </a:r>
          </a:p>
          <a:p>
            <a:r>
              <a:t>Ecaterina Ternovetcaia (EXT-Nokia) | upg | failed | 2025-11-19 10:00 | 2025-11-19 10:30</a:t>
            </a:r>
          </a:p>
          <a:p>
            <a:r>
              <a:t>Ecaterina Ternovetcaia (EXT-Nokia) | upg | failed | 2025-11-19 10:00 | 2025-11-19 10:30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82296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