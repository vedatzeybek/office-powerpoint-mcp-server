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32.0</c:v>
                </c:pt>
                <c:pt idx="1">
                  <c:v>24.0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upg</c:v>
                </c:pt>
                <c:pt idx="2">
                  <c:v>nap</c:v>
                </c:pt>
                <c:pt idx="3">
                  <c:v>sepp</c:v>
                </c:pt>
                <c:pt idx="4">
                  <c:v>lnpframework</c:v>
                </c:pt>
                <c:pt idx="5">
                  <c:v>nbsf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</c:v>
                </c:pt>
                <c:pt idx="1">
                  <c:v>12.0</c:v>
                </c:pt>
                <c:pt idx="2">
                  <c:v>1.0</c:v>
                </c:pt>
                <c:pt idx="3">
                  <c:v>1.0</c:v>
                </c:pt>
                <c:pt idx="4">
                  <c:v>2.0</c:v>
                </c:pt>
                <c:pt idx="5">
                  <c:v>1.0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43.0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 Session Status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Session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Session Count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ARTS01 NF Package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