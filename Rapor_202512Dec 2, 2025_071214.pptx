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43.0</c:v>
                </c:pt>
                <c:pt idx="1">
                  <c:v>15.0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25.0</c:v>
                </c:pt>
                <c:pt idx="5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43.0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1-2-3</c:v>
                </c:pt>
                <c:pt idx="1">
                  <c:v>DemoTest</c:v>
                </c:pt>
                <c:pt idx="2">
                  <c:v>SEPPtest</c:v>
                </c:pt>
                <c:pt idx="3">
                  <c:v>seppsanity</c:v>
                </c:pt>
                <c:pt idx="4">
                  <c:v>SEPPSANITYTEST</c:v>
                </c:pt>
                <c:pt idx="5">
                  <c:v>startinstances</c:v>
                </c:pt>
                <c:pt idx="6">
                  <c:v>stop_tts34</c:v>
                </c:pt>
                <c:pt idx="7">
                  <c:v>startandstop</c:v>
                </c:pt>
                <c:pt idx="8">
                  <c:v>SEPP_Sanity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107.0</c:v>
                </c:pt>
                <c:pt idx="1">
                  <c:v>353.0</c:v>
                </c:pt>
                <c:pt idx="2">
                  <c:v>11.0</c:v>
                </c:pt>
                <c:pt idx="3">
                  <c:v>16.0</c:v>
                </c:pt>
                <c:pt idx="4">
                  <c:v>12.0</c:v>
                </c:pt>
                <c:pt idx="5">
                  <c:v>57.0</c:v>
                </c:pt>
                <c:pt idx="6">
                  <c:v>22.0</c:v>
                </c:pt>
                <c:pt idx="7">
                  <c:v>37.0</c:v>
                </c:pt>
                <c:pt idx="8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