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 Test Sessions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0" y="0"/>
          <a:ext cx="6400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  <a:gridCol w="1600200"/>
              </a:tblGrid>
              <a:tr h="4572000">
                <a:tc>
                  <a:txBody>
                    <a:bodyPr wrap="square"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