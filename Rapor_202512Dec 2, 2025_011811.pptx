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2025-11-06T23:39:17Z</a:t>
            </a:r>
          </a:p>
          <a:p>
            <a:r>
              <a:t>2025-11-06T23:43:19Z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2025-11-06T23:34:34Z</a:t>
            </a:r>
          </a:p>
          <a:p>
            <a:r>
              <a:t>2025-11-06T23:38:42Z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2025-11-06T22:03:01Z</a:t>
            </a:r>
          </a:p>
          <a:p>
            <a:r>
              <a:t>2025-11-06T22:06:24Z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2025-11-06T21:55:35Z</a:t>
            </a:r>
          </a:p>
          <a:p>
            <a:r>
              <a:t>2025-11-06T21:59:42Z</a:t>
            </a:r>
          </a:p>
          <a:p/>
          <a:p>
            <a:r>
              <a:t>Arumugam Saravanan (EXT-Nokia)</a:t>
            </a:r>
          </a:p>
          <a:p>
            <a:r>
              <a:t>hss</a:t>
            </a:r>
          </a:p>
          <a:p>
            <a:r>
              <a:t>failed</a:t>
            </a:r>
          </a:p>
          <a:p>
            <a:r>
              <a:t>2025-11-06T21:45:56Z</a:t>
            </a:r>
          </a:p>
          <a:p>
            <a:r>
              <a:t>2025-11-06T21:49:58Z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