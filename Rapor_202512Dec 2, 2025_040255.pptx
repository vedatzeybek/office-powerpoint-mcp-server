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45.0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  <a:p>
            <a:r>
              <a:t>Arumugam Saravanan (EXT-Nokia) | hss | failed | 2025-11-06T20:00:54Z | 2025-11-06T20:04:31Z</a:t>
            </a:r>
          </a:p>
          <a:p>
            <a:r>
              <a:t>Arumugam Saravanan (EXT-Nokia) | hss | failed | 2025-11-06T19:41:45Z | 2025-11-06T19:45:48Z</a:t>
            </a:r>
          </a:p>
          <a:p>
            <a:r>
              <a:t>Arumugam Saravanan (EXT-Nokia) | hss | failed | 2025-11-06T19:27:16Z | 2025-11-06T19:31:23Z</a:t>
            </a:r>
          </a:p>
          <a:p>
            <a:r>
              <a:t>Arumugam Saravanan (EXT-Nokia) | hss | failed | 2025-11-06T19:15:45Z | 2025-11-06T19:19:12Z</a:t>
            </a:r>
          </a:p>
          <a:p>
            <a:r>
              <a:t>Arumugam Saravanan (EXT-Nokia) | hss | failed | 2025-11-06T19:08:33Z | 2025-11-06T19:12:40Z</a:t>
            </a:r>
          </a:p>
          <a:p>
            <a:r>
              <a:t>Arumugam Saravanan (EXT-Nokia) | hss | failed | 2025-11-06T18:44:35Z | 2025-11-06T18:48:43Z</a:t>
            </a:r>
          </a:p>
          <a:p>
            <a:r>
              <a:t>Arumugam Saravanan (EXT-Nokia) | hss | failed | 2025-11-06T18:31:58Z | 2025-11-06T18:36:01Z</a:t>
            </a:r>
          </a:p>
          <a:p>
            <a:r>
              <a:t>Arumugam Saravanan (EXT-Nokia) | hss | failed | 2025-11-06T17:52:38Z | 2025-11-06T17:56:46Z</a:t>
            </a:r>
          </a:p>
          <a:p>
            <a:r>
              <a:t>Arumugam Saravanan (EXT-Nokia) | hss | failed | 2025-11-06T17:42:13Z | 2025-11-06T17:46:21Z</a:t>
            </a:r>
          </a:p>
          <a:p>
            <a:r>
              <a:t>Arumugam Saravanan (EXT-Nokia) | hss | aborted | 2025-11-06T17:40:44Z | 2025-11-06T17:42:41Z</a:t>
            </a:r>
          </a:p>
          <a:p>
            <a:r>
              <a:t>Arumugam Saravanan (EXT-Nokia) | hss | failed | 2025-11-06T17:17:04Z | 2025-11-06T17:20:31Z</a:t>
            </a:r>
          </a:p>
          <a:p>
            <a:r>
              <a:t>Arumugam Saravanan (EXT-Nokia) | hss | failed | 2025-11-06T17:07:31Z | 2025-11-06T17:11:34Z</a:t>
            </a:r>
          </a:p>
          <a:p>
            <a:r>
              <a:t>Arumugam Saravanan (EXT-Nokia) | hss | failed | 2025-11-06T16:54:00Z | 2025-11-06T16:58:08Z</a:t>
            </a:r>
          </a:p>
          <a:p>
            <a:r>
              <a:t>Arumugam Saravanan (EXT-Nokia) | hss | failed | 2025-11-06T16:27:55Z | 2025-11-06T16:32:08Z</a:t>
            </a:r>
          </a:p>
          <a:p>
            <a:r>
              <a:t>Ecaterina Ternovetcaia (EXT-Nokia) | upg | aborted | 2025-11-06T16:13:34Z | 2025-11-06T16:17:07Z</a:t>
            </a:r>
          </a:p>
          <a:p>
            <a:r>
              <a:t>Pablo Heredia (EXT-Nokia) | nap | failed | 2025-11-06T15:58:30Z | 2025-11-06T16:29:15Z</a:t>
            </a:r>
          </a:p>
          <a:p>
            <a:r>
              <a:t>Arumugam Saravanan (EXT-Nokia) | hss | failed | 2025-11-06T15:44:23Z | 2025-11-06T15:48:31Z</a:t>
            </a:r>
          </a:p>
          <a:p>
            <a:r>
              <a:t>Arumugam Saravanan (EXT-Nokia) | hss | failed | 2025-11-06T15:26:12Z | 2025-11-06T15:30:15Z</a:t>
            </a:r>
          </a:p>
          <a:p>
            <a:r>
              <a:t>Arumugam Saravanan (EXT-Nokia) | hss | failed | 2025-11-06T15:21:17Z | 2025-11-06T15:25:25Z</a:t>
            </a:r>
          </a:p>
          <a:p>
            <a:r>
              <a:t>Pablo Heredia (EXT-Nokia) | nap | error | 2025-11-06T15:09:47Z | 2025-11-06T15:20:56Z</a:t>
            </a:r>
          </a:p>
          <a:p>
            <a:r>
              <a:t>Ecaterina Ternovetcaia (EXT-Nokia) | upg | failed | 2025-11-06T14:00:55Z | 2025-11-06T14:47:24Z</a:t>
            </a:r>
          </a:p>
          <a:p>
            <a:r>
              <a:t>Ecaterina Ternovetcaia (EXT-Nokia) | upg | aborted | 2025-11-06T13:07:08Z | 2025-11-06T13:18:53Z</a:t>
            </a:r>
          </a:p>
          <a:p>
            <a:r>
              <a:t>Ecaterina Ternovetcaia (EXT-Nokia) | upg | passed | 2025-11-06T12:45:48Z | 2025-11-06T12:47:35Z</a:t>
            </a:r>
          </a:p>
          <a:p>
            <a:r>
              <a:t>Amber Gupta (EXT-Nokia) | sepp | failed | 2025-11-06T11:26:59Z | 2025-11-06T11:27:10Z</a:t>
            </a:r>
          </a:p>
          <a:p>
            <a:r>
              <a:t>Amber Gupta (EXT-Nokia) | lnpframework | passed | 2025-11-06T11:21:09Z | 2025-11-06T11:22:06Z</a:t>
            </a:r>
          </a:p>
          <a:p>
            <a:r>
              <a:t>Amber Gupta (EXT-Nokia) | lnpframework | failed | 2025-11-06T11:16:34Z | 2025-11-06T11:16:50Z</a:t>
            </a:r>
          </a:p>
          <a:p>
            <a:r>
              <a:t>Amber Gupta (EXT-Nokia) | lnpframework | passed | 2025-11-06T11:15:36Z | 2025-11-06T11:15:58Z</a:t>
            </a:r>
          </a:p>
          <a:p>
            <a:r>
              <a:t>Amber Gupta (EXT-Nokia) | sepp | failed | 2025-11-06T11:13:29Z | 2025-11-06T11:13:45Z</a:t>
            </a:r>
          </a:p>
          <a:p>
            <a:r>
              <a:t>Amber Gupta (EXT-Nokia) | sepp | failed | 2025-11-06T11:08:21Z | 2025-11-06T11:08:33Z</a:t>
            </a:r>
          </a:p>
          <a:p>
            <a:r>
              <a:t>Amber Gupta (EXT-Nokia) | lnpframework | passed | 2025-11-06T11:04:09Z | 2025-11-06T11:05:06Z</a:t>
            </a:r>
          </a:p>
          <a:p>
            <a:r>
              <a:t>Amber Gupta (EXT-Nokia) | lnpframework | passed | 2025-11-06T11:01:42Z | 2025-11-06T11:02:04Z</a:t>
            </a:r>
          </a:p>
          <a:p>
            <a:r>
              <a:t>Amber Gupta (EXT-Nokia) | lnpframework | failed | 2025-11-06T10:33:35Z | 2025-11-06T10:44:17Z</a:t>
            </a:r>
          </a:p>
          <a:p>
            <a:r>
              <a:t>Amber Gupta (EXT-Nokia) | lnpframework | failed | 2025-11-06T10:29:11Z | 2025-11-06T10:29:48Z</a:t>
            </a:r>
          </a:p>
          <a:p>
            <a:r>
              <a:t>Amber Gupta (EXT-Nokia) | sepp | aborted | 2025-11-06T10:27:58Z | 2025-11-06T10:28:07Z</a:t>
            </a:r>
          </a:p>
          <a:p>
            <a:r>
              <a:t>Octavian Dorbin (EXT-Nokia) | nbsf | passed | 2025-11-06T09:57:17Z | 2025-11-06T10:03:10Z</a:t>
            </a:r>
          </a:p>
          <a:p>
            <a:r>
              <a:t>Ecaterina Ternovetcaia (EXT-Nokia) | upg | failed | 2025-11-06T09:47:06Z | 2025-11-06T09:50:04Z</a:t>
            </a:r>
          </a:p>
          <a:p>
            <a:r>
              <a:t>Ecaterina Ternovetcaia (EXT-Nokia) | upg | failed | 2025-11-06T08:07:29Z | 2025-11-06T08:30:06Z</a:t>
            </a:r>
          </a:p>
          <a:p>
            <a:r>
              <a:t>Claudia Dimofte (EXT-Nokia) | usdp | failed | 2025-11-06T08:01:54Z | 2025-11-06T08:02:16Z</a:t>
            </a:r>
          </a:p>
          <a:p>
            <a:r>
              <a:t>Shakshi Jindal (EXT-Nokia) | usdp | failed | 2025-11-06T06:27:52Z | 2025-11-06T06:36:11Z</a:t>
            </a:r>
          </a:p>
          <a:p>
            <a:r>
              <a:t>Manoj 51. Kumar (EXT-Nokia) | part | failed | 2025-11-06T06:05:02Z | 2025-11-06T06:07:55Z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