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failed | 2025-11-06T14:00:55Z | 2025-11-06T14:47:24Z</a:t>
            </a:r>
          </a:p>
          <a:p>
            <a:r>
              <a:t>Ecaterina Ternovetcaia (EXT-Nokia) | upg | failed | 2025-11-06T09:47:06Z | 2025-11-06T09:50:04Z</a:t>
            </a:r>
          </a:p>
          <a:p>
            <a:r>
              <a:t>Ecaterina Ternovetcaia (EXT-Nokia) | upg | failed | 2025-11-06T08:07:29Z | 2025-11-06T08:30:06Z</a:t>
            </a:r>
          </a:p>
          <a:p>
            <a:r>
              <a:t>Ecaterina Ternovetcaia (EXT-Nokia) | upg | failed | 2025-11-01T12:43:01Z | 2025-11-01T14:30:03Z</a:t>
            </a:r>
          </a:p>
          <a:p>
            <a:r>
              <a:t>Ecaterina Ternovetcaia (EXT-Nokia) | upg | failed | 2025-11-01T12:21:14Z | 2025-11-01T12:22:36Z</a:t>
            </a:r>
          </a:p>
          <a:p>
            <a:r>
              <a:t>Ecaterina Ternovetcaia (EXT-Nokia) | upg | failed | 2025-10-31T16:14:58Z | 2025-10-31T16:31:22Z</a:t>
            </a:r>
          </a:p>
          <a:p>
            <a:r>
              <a:t>Ecaterina Ternovetcaia (EXT-Nokia) | upg | failed | 2025-10-31T11:34:12Z | 2025-10-31T11:43:51Z</a:t>
            </a:r>
          </a:p>
          <a:p>
            <a:r>
              <a:t>Ecaterina Ternovetcaia (EXT-Nokia) | upg | failed | 2025-10-24T14:16:25Z | 2025-10-24T14:29:41Z</a:t>
            </a:r>
          </a:p>
          <a:p>
            <a:r>
              <a:t>Ecaterina Ternovetcaia (EXT-Nokia) | upg | failed | 2025-10-24T13:23:02Z | 2025-10-24T13:28:40Z</a:t>
            </a:r>
          </a:p>
          <a:p>
            <a:r>
              <a:t>Ecaterina Ternovetcaia (EXT-Nokia) | upg | failed | 2025-10-24T12:18:08Z | 2025-10-24T12:37:42Z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