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914400"/>
          <a:ext cx="640080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21336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  <a:tr h="21336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  <a:tr h="2133600"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