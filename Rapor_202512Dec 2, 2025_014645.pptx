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username | nf_package_name | status | start_time | end_time</a:t>
            </a:r>
          </a:p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