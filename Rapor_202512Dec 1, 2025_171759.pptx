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3.0</c:v>
                </c:pt>
                <c:pt idx="1">
                  <c:v>0.0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Arumugam Saravanan (EXT-Nokia) | hss | passed | 2025-11-04T18:16:57Z | 2025-11-04T18:20:04Z</a:t>
            </a:r>
          </a:p>
          <a:p>
            <a:r>
              <a:t>Arumugam Saravanan (EXT-Nokia) | hss | passed | 2025-11-03T19:38:46Z | 2025-11-03T19:40:48Z</a:t>
            </a:r>
          </a:p>
          <a:p>
            <a:r>
              <a:t>Arumugam Saravanan (EXT-Nokia) | hss | passed | 2025-10-30T23:08:08Z | 2025-10-30T23:45:27Z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Status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36576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