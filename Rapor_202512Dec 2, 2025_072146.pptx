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sepp</c:v>
                </c:pt>
                <c:pt idx="4">
                  <c:v>upg</c:v>
                </c:pt>
                <c:pt idx="5">
                  <c:v>usdp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1.0</c:v>
                </c:pt>
                <c:pt idx="4">
                  <c:v>3.0</c:v>
                </c:pt>
                <c:pt idx="5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24.0</c:v>
                </c:pt>
                <c:pt idx="1">
                  <c:v>26.0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stop_tts34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