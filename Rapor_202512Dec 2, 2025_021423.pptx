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 test sessions found in the last 60 days.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