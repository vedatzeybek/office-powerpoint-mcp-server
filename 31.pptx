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609600">
                <a:tc>
                  <a:txBody>
                    <a:bodyPr wrap="square"/>
                    <a:lstStyle/>
                    <a:p>
                      <a:r>
                        <a:rPr sz="1200" b="1"/>
                        <a:t>Username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Package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Start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End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000"/>
                        <a:t>user1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pkgA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passed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10:30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000"/>
                        <a:t>user2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pkgB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11:00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11:20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000"/>
                        <a:t>user3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pkgC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aborted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12:00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12:18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000"/>
                        <a:t>user4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pkgD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passed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13:00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13:40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000"/>
                        <a:t>user5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pkgE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14:00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14:33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