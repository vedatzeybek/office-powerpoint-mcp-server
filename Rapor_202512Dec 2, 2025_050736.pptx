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55.0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Session 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0"/>
          <a:ext cx="4572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