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user123 | nf_upg_v2 | failed | 2023-10-01T12:00 | 2023-10-01T12:05</a:t>
            </a:r>
          </a:p>
          <a:p>
            <a:pPr algn="l"/>
            <a:r>
              <a:rPr sz="1400" b="0">
                <a:latin typeface="Arial"/>
              </a:rPr>
              <a:t>user456 | nf_upg_v1 | failed | 2023-10-01T13:00 | 2023-10-01T13:03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