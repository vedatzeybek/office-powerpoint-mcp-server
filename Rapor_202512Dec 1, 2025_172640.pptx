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19.0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  <a:p>
            <a:r>
              <a:t>Arumugam Saravanan (EXT-Nokia) | hss | failed | 2025-11-06T21:40:20Z | 2025-11-06T21:44:23Z</a:t>
            </a:r>
          </a:p>
          <a:p>
            <a:r>
              <a:t>Arumugam Saravanan (EXT-Nokia) | hss | failed | 2025-11-06T21:32:18Z | 2025-11-06T21:36:21Z</a:t>
            </a:r>
          </a:p>
          <a:p>
            <a:r>
              <a:t>Arumugam Saravanan (EXT-Nokia) | hss | failed | 2025-11-06T21:05:38Z | 2025-11-06T21:07:35Z</a:t>
            </a:r>
          </a:p>
          <a:p>
            <a:r>
              <a:t>Arumugam Saravanan (EXT-Nokia) | hss | failed | 2025-11-06T20:28:32Z | 2025-11-06T20:32:50Z</a:t>
            </a:r>
          </a:p>
          <a:p>
            <a:r>
              <a:t>Arumugam Saravanan (EXT-Nokia) | hss | failed | 2025-11-06T20:07:16Z | 2025-11-06T20:11:34Z</a:t>
            </a:r>
          </a:p>
          <a:p>
            <a:r>
              <a:t>Arumugam Saravanan (EXT-Nokia) | hss | failed | 2025-11-06T20:00:54Z | 2025-11-06T20:04:31Z</a:t>
            </a:r>
          </a:p>
          <a:p>
            <a:r>
              <a:t>Arumugam Saravanan (EXT-Nokia) | hss | failed | 2025-11-06T19:41:45Z | 2025-11-06T19:45:48Z</a:t>
            </a:r>
          </a:p>
          <a:p>
            <a:r>
              <a:t>Arumugam Saravanan (EXT-Nokia) | hss | failed | 2025-11-06T19:27:16Z | 2025-11-06T19:31:23Z</a:t>
            </a:r>
          </a:p>
          <a:p>
            <a:r>
              <a:t>Arumugam Saravanan (EXT-Nokia) | hss | failed | 2025-11-06T19:15:45Z | 2025-11-06T19:19:12Z</a:t>
            </a:r>
          </a:p>
          <a:p>
            <a:r>
              <a:t>Arumugam Saravanan (EXT-Nokia) | hss | failed | 2025-11-06T19:08:33Z | 2025-11-06T19:12:40Z</a:t>
            </a:r>
          </a:p>
          <a:p>
            <a:r>
              <a:t>Arumugam Saravanan (EXT-Nokia) | hss | failed | 2025-11-06T18:44:35Z | 2025-11-06T18:48:43Z</a:t>
            </a:r>
          </a:p>
          <a:p>
            <a:r>
              <a:t>Arumugam Saravanan (EXT-Nokia) | hss | failed | 2025-11-06T18:31:58Z | 2025-11-06T18:36:01Z</a:t>
            </a:r>
          </a:p>
          <a:p>
            <a:r>
              <a:t>Arumugam Saravanan (EXT-Nokia) | hss | failed | 2025-11-06T17:52:38Z | 2025-11-06T17:56:46Z</a:t>
            </a:r>
          </a:p>
          <a:p>
            <a:r>
              <a:t>Arumugam Saravanan (EXT-Nokia) | hss | failed | 2025-11-06T17:42:13Z | 2025-11-06T17:46:21Z</a:t>
            </a:r>
          </a:p>
          <a:p>
            <a:r>
              <a:t>Arumugam Saravanan (EXT-Nokia) | hss | failed | 2025-11-06T17:40:44Z | 2025-11-06T17:42:41Z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