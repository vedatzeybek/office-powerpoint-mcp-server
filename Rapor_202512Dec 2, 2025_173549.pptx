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report provides an automated analysis of test executions, including pass/fail distribution, server activity, NF package behavior, and execution duration metrics.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HSS Version Fail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