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34.0</c:v>
                </c:pt>
                <c:pt idx="1">
                  <c:v>124.0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116.0</c:v>
                </c:pt>
                <c:pt idx="1">
                  <c:v>42.0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upg</c:v>
                </c:pt>
                <c:pt idx="1">
                  <c:v>sepp</c:v>
                </c:pt>
                <c:pt idx="2">
                  <c:v>lnpframework</c:v>
                </c:pt>
                <c:pt idx="3">
                  <c:v>nbsf</c:v>
                </c:pt>
                <c:pt idx="4">
                  <c:v>usdp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51.0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hss</c:v>
                </c:pt>
                <c:pt idx="1">
                  <c:v>nap</c:v>
                </c:pt>
                <c:pt idx="2">
                  <c:v>part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42.0</c:v>
                </c:pt>
                <c:pt idx="1">
                  <c:v>1.0</c:v>
                </c:pt>
                <c:pt idx="2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Server-wise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Status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ARTS03 - NF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ARTS01 - NF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