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1" y="1600200"/>
            <a:ext cx="10363199" cy="3298371"/>
          </a:xfrm>
        </p:spPr>
        <p:txBody>
          <a:bodyPr>
            <a:normAutofit fontScale="92500"/>
          </a:bodyPr>
          <a:lstStyle/>
          <a:p>
            <a:r>
              <a:rPr lang="en-US" dirty="0"/>
              <a:t>automation-agent | </a:t>
            </a:r>
            <a:r>
              <a:rPr lang="en-US" dirty="0" err="1"/>
              <a:t>hss</a:t>
            </a:r>
            <a:r>
              <a:rPr lang="en-US" dirty="0"/>
              <a:t> | aborted | 1763387064 | 1763387221</a:t>
            </a:r>
          </a:p>
          <a:p>
            <a:r>
              <a:rPr lang="en-US" dirty="0"/>
              <a:t>automation-agent | </a:t>
            </a:r>
            <a:r>
              <a:rPr lang="en-US" dirty="0" err="1"/>
              <a:t>hss</a:t>
            </a:r>
            <a:r>
              <a:rPr lang="en-US" dirty="0"/>
              <a:t> | failed | 1763386994 | 1763387676</a:t>
            </a:r>
          </a:p>
          <a:p>
            <a:r>
              <a:rPr lang="en-US" dirty="0"/>
              <a:t>automation-agent | </a:t>
            </a:r>
            <a:r>
              <a:rPr lang="en-US" dirty="0" err="1"/>
              <a:t>hss</a:t>
            </a:r>
            <a:r>
              <a:rPr lang="en-US" dirty="0"/>
              <a:t> | error | 1763386953 |</a:t>
            </a:r>
          </a:p>
          <a:p>
            <a:r>
              <a:rPr lang="en-US" dirty="0"/>
              <a:t>automation-agent | </a:t>
            </a:r>
            <a:r>
              <a:rPr lang="en-US" dirty="0" err="1"/>
              <a:t>hss</a:t>
            </a:r>
            <a:r>
              <a:rPr lang="en-US" dirty="0"/>
              <a:t> | error | 1763386901 | </a:t>
            </a:r>
          </a:p>
          <a:p>
            <a:r>
              <a:rPr lang="en-US" dirty="0"/>
              <a:t>automation-agent | </a:t>
            </a:r>
            <a:r>
              <a:rPr lang="en-US" dirty="0" err="1"/>
              <a:t>hss</a:t>
            </a:r>
            <a:r>
              <a:rPr lang="en-US" dirty="0"/>
              <a:t> | failed | 1763386872 |1763387582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Vedat Zeybek</cp:lastModifiedBy>
  <cp:revision>2</cp:revision>
  <dcterms:created xsi:type="dcterms:W3CDTF">2013-01-27T09:14:16Z</dcterms:created>
  <dcterms:modified xsi:type="dcterms:W3CDTF">2025-11-17T22:57:01Z</dcterms:modified>
  <cp:category/>
</cp:coreProperties>
</file>