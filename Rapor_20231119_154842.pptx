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Test Result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10.0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username | nf_package_name | status | start_time | end_time</a:t>
            </a:r>
          </a:p>
          <a:p>
            <a:r>
              <a:t>admin | hss | failed | 1763467763 | 1763467790</a:t>
            </a:r>
          </a:p>
          <a:p>
            <a:r>
              <a:t>automation-agent | hss | failed | 1763386994 | 1763387676</a:t>
            </a:r>
          </a:p>
          <a:p>
            <a:r>
              <a:t>automation-agent | hss | failed | 1763386872 | 1763387582</a:t>
            </a:r>
          </a:p>
          <a:p>
            <a:r>
              <a:t>automation-agent | hss | failed | 1763386856 | 1763387566</a:t>
            </a:r>
          </a:p>
          <a:p>
            <a:r>
              <a:t>automation-agent | hss | failed | 1763386840 | 1763387549</a:t>
            </a:r>
          </a:p>
          <a:p>
            <a:r>
              <a:t>automation-agent | hss | failed | 1763386170 | 1763396992</a:t>
            </a:r>
          </a:p>
          <a:p>
            <a:r>
              <a:t>automation-agent | hss | failed | 1763385574 | 1763396390</a:t>
            </a:r>
          </a:p>
          <a:p>
            <a:r>
              <a:t>automation-agent | hss | failed | 1763380227 | 1763380905</a:t>
            </a:r>
          </a:p>
          <a:p>
            <a:r>
              <a:t>automation-agent | hss | failed | 1763380106 | 1763380815</a:t>
            </a:r>
          </a:p>
          <a:p>
            <a:r>
              <a:t>automation-agent | hss | failed | 1763380090 | 1763380799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32509">
                <a:tc>
                  <a:txBody>
                    <a:bodyPr wrap="square"/>
                    <a:lstStyle/>
                    <a:p>
                      <a:r>
                        <a:rPr sz="1200" b="1"/>
                        <a:t>Username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Package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Start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End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 wrap="square"/>
                    <a:lstStyle/>
                    <a:p>
                      <a:r>
                        <a:rPr sz="1000"/>
                        <a:t>admin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1763467763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1763467790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 wrap="square"/>
                    <a:lstStyle/>
                    <a:p>
                      <a:r>
                        <a:rPr sz="1000"/>
                        <a:t>automation-agent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1763386994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1763387676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 wrap="square"/>
                    <a:lstStyle/>
                    <a:p>
                      <a:r>
                        <a:rPr sz="1000"/>
                        <a:t>automation-agent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1763386872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1763387582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 wrap="square"/>
                    <a:lstStyle/>
                    <a:p>
                      <a:r>
                        <a:rPr sz="1000"/>
                        <a:t>automation-agent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1763386856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1763387566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 wrap="square"/>
                    <a:lstStyle/>
                    <a:p>
                      <a:r>
                        <a:rPr sz="1000"/>
                        <a:t>automation-agent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1763386840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1763387549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 wrap="square"/>
                    <a:lstStyle/>
                    <a:p>
                      <a:r>
                        <a:rPr sz="1000"/>
                        <a:t>automation-agent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1763386170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1763396992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 wrap="square"/>
                    <a:lstStyle/>
                    <a:p>
                      <a:r>
                        <a:rPr sz="1000"/>
                        <a:t>automation-agent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1763385574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1763396390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 wrap="square"/>
                    <a:lstStyle/>
                    <a:p>
                      <a:r>
                        <a:rPr sz="1000"/>
                        <a:t>automation-agent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1763380227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1763380905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 wrap="square"/>
                    <a:lstStyle/>
                    <a:p>
                      <a:r>
                        <a:rPr sz="1000"/>
                        <a:t>automation-agent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1763380106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1763380815</a:t>
                      </a:r>
                    </a:p>
                  </a:txBody>
                  <a:tcPr/>
                </a:tc>
              </a:tr>
              <a:tr h="332510">
                <a:tc>
                  <a:txBody>
                    <a:bodyPr wrap="square"/>
                    <a:lstStyle/>
                    <a:p>
                      <a:r>
                        <a:rPr sz="1000"/>
                        <a:t>automation-agent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1763380090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1763380799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82296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