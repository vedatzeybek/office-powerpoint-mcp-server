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Last 5 Failed Sessions for Package Name "upg"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