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Pass</c:v>
                </c:pt>
                <c:pt idx="1">
                  <c:v>Fail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0.0</c:v>
                </c:pt>
                <c:pt idx="1">
                  <c:v>28.0</c:v>
                </c:pt>
              </c:numCache>
            </c:numRef>
          </c:val>
        </c:ser>
      </c:pieChart>
    </c:plotArea>
    <c:legend/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Sessions Report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3657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username | nf_package_name | status | start_time | end_time</a:t>
            </a:r>
          </a:p>
          <a:p/>
          <a:p>
            <a:r>
              <a:t>Arumugam Saravanan (EXT-Nokia) | hss | failed | 2025-11-06T23:39:17Z | 2025-11-06T23:43:19Z</a:t>
            </a:r>
          </a:p>
          <a:p>
            <a:r>
              <a:t>Arumugam Saravanan (EXT-Nokia) | hss | failed | 2025-11-06T23:34:34Z | 2025-11-06T23:38:42Z</a:t>
            </a:r>
          </a:p>
          <a:p>
            <a:r>
              <a:t>Arumugam Saravanan (EXT-Nokia) | hss | failed | 2025-11-06T22:03:01Z | 2025-11-06T22:06:24Z</a:t>
            </a:r>
          </a:p>
          <a:p>
            <a:r>
              <a:t>Arumugam Saravanan (EXT-Nokia) | hss | failed | 2025-11-06T21:55:35Z | 2025-11-06T21:59:42Z</a:t>
            </a:r>
          </a:p>
          <a:p>
            <a:r>
              <a:t>Arumugam Saravanan (EXT-Nokia) | hss | failed | 2025-11-06T21:45:56Z | 2025-11-06T21:49:58Z</a:t>
            </a:r>
          </a:p>
          <a:p>
            <a:r>
              <a:t>Arumugam Saravanan (EXT-Nokia) | hss | failed | 2025-11-06T21:40:20Z | 2025-11-06T21:44:23Z</a:t>
            </a:r>
          </a:p>
          <a:p>
            <a:r>
              <a:t>Arumugam Saravanan (EXT-Nokia) | hss | failed | 2025-11-06T21:32:18Z | 2025-11-06T21:36:21Z</a:t>
            </a:r>
          </a:p>
          <a:p>
            <a:r>
              <a:t>Arumugam Saravanan (EXT-Nokia) | hss | failed | 2025-11-06T21:05:38Z | 2025-11-06T21:07:35Z</a:t>
            </a:r>
          </a:p>
          <a:p>
            <a:r>
              <a:t>Arumugam Saravanan (EXT-Nokia) | hss | failed | 2025-11-06T20:28:32Z | 2025-11-06T20:32:50Z</a:t>
            </a:r>
          </a:p>
          <a:p>
            <a:r>
              <a:t>Arumugam Saravanan (EXT-Nokia) | hss | failed | 2025-11-06T20:07:16Z | 2025-11-06T20:11:34Z</a:t>
            </a:r>
          </a:p>
          <a:p>
            <a:r>
              <a:t>Arumugam Saravanan (EXT-Nokia) | hss | failed | 2025-11-06T20:00:54Z | 2025-11-06T20:04:31Z</a:t>
            </a:r>
          </a:p>
          <a:p>
            <a:r>
              <a:t>Arumugam Saravanan (EXT-Nokia) | hss | failed | 2025-11-06T19:41:45Z | 2025-11-06T19:45:48Z</a:t>
            </a:r>
          </a:p>
          <a:p>
            <a:r>
              <a:t>Arumugam Saravanan (EXT-Nokia) | hss | failed | 2025-11-06T19:27:16Z | 2025-11-06T19:31:23Z</a:t>
            </a:r>
          </a:p>
          <a:p>
            <a:r>
              <a:t>Arumugam Saravanan (EXT-Nokia) | hss | failed | 2025-11-06T19:15:45Z | 2025-11-06T19:19:12Z</a:t>
            </a:r>
          </a:p>
          <a:p>
            <a:r>
              <a:t>Arumugam Saravanan (EXT-Nokia) | hss | failed | 2025-11-06T18:44:35Z | 2025-11-06T18:48:43Z</a:t>
            </a:r>
          </a:p>
          <a:p>
            <a:r>
              <a:t>Arumugam Saravanan (EXT-Nokia) | hss | failed | 2025-11-06T18:31:58Z | 2025-11-06T18:36:01Z</a:t>
            </a:r>
          </a:p>
          <a:p>
            <a:r>
              <a:t>Arumugam Saravanan (EXT-Nokia) | hss | failed | 2025-11-06T17:52:38Z | 2025-11-06T17:56:46Z</a:t>
            </a:r>
          </a:p>
          <a:p>
            <a:r>
              <a:t>Arumugam Saravanan (EXT-Nokia) | hss | failed | 2025-11-06T17:42:13Z | 2025-11-06T17:46:21Z</a:t>
            </a:r>
          </a:p>
          <a:p>
            <a:r>
              <a:t>Arumugam Saravanan (EXT-Nokia) | hss | aborted | 2025-11-06T17:40:44Z | 2025-11-06T17:42:41Z</a:t>
            </a:r>
          </a:p>
          <a:p>
            <a:r>
              <a:t>Arumugam Saravanan (EXT-Nokia) | hss | failed | 2025-11-06T17:17:04Z | 2025-11-06T17:20:31Z</a:t>
            </a:r>
          </a:p>
          <a:p>
            <a:r>
              <a:t>Arumugam Saravanan (EXT-Nokia) | hss | failed | 2025-11-06T17:07:31Z | 2025-11-06T17:11:34Z</a:t>
            </a:r>
          </a:p>
          <a:p>
            <a:r>
              <a:t>Arumugam Saravanan (EXT-Nokia) | hss | failed | 2025-11-06T16:54:00Z | 2025-11-06T16:58:08Z</a:t>
            </a:r>
          </a:p>
          <a:p>
            <a:r>
              <a:t>Arumugam Saravanan (EXT-Nokia) | hss | failed | 2025-11-06T16:27:55Z | 2025-11-06T16:32:08Z</a:t>
            </a:r>
          </a:p>
          <a:p>
            <a:r>
              <a:t>Ecaterina Ternovetcaia (EXT-Nokia) | upg | aborted | 2025-11-06T16:13:34Z | 2025-11-06T16:17:07Z</a:t>
            </a:r>
          </a:p>
          <a:p>
            <a:r>
              <a:t>Pablo Heredia (EXT-Nokia) | nap | failed | 2025-11-06T15:58:30Z | 2025-11-06T16:29:15Z</a:t>
            </a:r>
          </a:p>
          <a:p>
            <a:r>
              <a:t>Arumugam Saravanan (EXT-Nokia) | hss | failed | 2025-11-06T15:44:23Z | 2025-11-06T15:48:31Z</a:t>
            </a:r>
          </a:p>
          <a:p>
            <a:r>
              <a:t>Arumugam Saravanan (EXT-Nokia) | hss | failed | 2025-11-06T15:26:12Z | 2025-11-06T15:30:15Z</a:t>
            </a:r>
          </a:p>
          <a:p>
            <a:r>
              <a:t>Arumugam Saravanan (EXT-Nokia) | hss | failed | 2025-11-06T15:21:17Z | 2025-11-06T15:25:25Z</a:t>
            </a:r>
          </a:p>
          <a:p>
            <a:r>
              <a:t>Pablo Heredia (EXT-Nokia) | nap | error | 2025-11-06T15:09:47Z | 2025-11-06T15:20:56Z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 Session Status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18288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