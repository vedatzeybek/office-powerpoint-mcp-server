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 test sessions found in the specified time range.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