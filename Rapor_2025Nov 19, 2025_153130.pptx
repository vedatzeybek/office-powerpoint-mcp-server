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Pass/Fail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5.0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Ecaterina Ternovetcaia (EXT-Nokia) | upg | failed | 2025-11-19 10:00 | 2025-11-19 10:30</a:t>
            </a:r>
          </a:p>
          <a:p>
            <a:r>
              <a:t>Ecaterina Ternovetcaia (EXT-Nokia) | upg | failed | 2025-11-19 10:00 | 2025-11-19 10:30</a:t>
            </a:r>
          </a:p>
          <a:p>
            <a:r>
              <a:t>Ecaterina Ternovetcaia (EXT-Nokia) | upg | failed | 2025-11-19 10:00 | 2025-11-19 10:30</a:t>
            </a:r>
          </a:p>
          <a:p>
            <a:r>
              <a:t>Ecaterina Ternovetcaia (EXT-Nokia) | upg | failed | 2025-11-19 10:00 | 2025-11-19 10:30</a:t>
            </a:r>
          </a:p>
          <a:p>
            <a:r>
              <a:t>Ecaterina Ternovetcaia (EXT-Nokia) | upg | failed | 2025-11-19 10:00 | 2025-11-19 10:30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09600">
                <a:tc>
                  <a:txBody>
                    <a:bodyPr wrap="square"/>
                    <a:lstStyle/>
                    <a:p>
                      <a:r>
                        <a:rPr sz="1200" b="1"/>
                        <a:t>Username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Package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Start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End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10:30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10:30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10:30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10:30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10:30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