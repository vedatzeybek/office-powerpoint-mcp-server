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30.0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  <a:p>
            <a:r>
              <a:t>Arumugam Saravanan (EXT-Nokia) | hss | failed | 2025-11-06T20:00:54Z | 2025-11-06T20:04:31Z</a:t>
            </a:r>
          </a:p>
          <a:p>
            <a:r>
              <a:t>Arumugam Saravanan (EXT-Nokia) | hss | failed | 2025-11-06T19:41:45Z | 2025-11-06T19:45:48Z</a:t>
            </a:r>
          </a:p>
          <a:p>
            <a:r>
              <a:t>Arumugam Saravanan (EXT-Nokia) | hss | failed | 2025-11-06T19:27:16Z | 2025-11-06T19:31:23Z</a:t>
            </a:r>
          </a:p>
          <a:p>
            <a:r>
              <a:t>Arumugam Saravanan (EXT-Nokia) | hss | failed | 2025-11-06T19:15:45Z | 2025-11-06T19:19:12Z</a:t>
            </a:r>
          </a:p>
          <a:p>
            <a:r>
              <a:t>Arumugam Saravanan (EXT-Nokia) | hss | failed | 2025-11-06T18:44:35Z | 2025-11-06T18:48:43Z</a:t>
            </a:r>
          </a:p>
          <a:p>
            <a:r>
              <a:t>Arumugam Saravanan (EXT-Nokia) | hss | failed | 2025-11-06T18:31:58Z | 2025-11-06T18:36:01Z</a:t>
            </a:r>
          </a:p>
          <a:p>
            <a:r>
              <a:t>Arumugam Saravanan (EXT-Nokia) | hss | failed | 2025-11-06T17:52:38Z | 2025-11-06T17:56:46Z</a:t>
            </a:r>
          </a:p>
          <a:p>
            <a:r>
              <a:t>Arumugam Saravanan (EXT-Nokia) | hss | failed | 2025-11-06T17:42:13Z | 2025-11-06T17:46:21Z</a:t>
            </a:r>
          </a:p>
          <a:p>
            <a:r>
              <a:t>Arumugam Saravanan (EXT-Nokia) | hss | aborted | 2025-11-06T17:40:44Z | 2025-11-06T17:42:41Z</a:t>
            </a:r>
          </a:p>
          <a:p>
            <a:r>
              <a:t>Arumugam Saravanan (EXT-Nokia) | hss | failed | 2025-11-06T17:17:04Z | 2025-11-06T17:20:31Z</a:t>
            </a:r>
          </a:p>
          <a:p>
            <a:r>
              <a:t>Arumugam Saravanan (EXT-Nokia) | hss | failed | 2025-11-06T17:07:31Z | 2025-11-06T17:11:34Z</a:t>
            </a:r>
          </a:p>
          <a:p>
            <a:r>
              <a:t>Arumugam Saravanan (EXT-Nokia) | hss | failed | 2025-11-06T16:54:00Z | 2025-11-06T16:58:08Z</a:t>
            </a:r>
          </a:p>
          <a:p>
            <a:r>
              <a:t>Arumugam Saravanan (EXT-Nokia) | hss | failed | 2025-11-06T16:27:55Z | 2025-11-06T16:32:08Z</a:t>
            </a:r>
          </a:p>
          <a:p>
            <a:r>
              <a:t>Ecaterina Ternovetcaia (EXT-Nokia) | upg | aborted | 2025-11-06T16:13:34Z | 2025-11-06T16:17:07Z</a:t>
            </a:r>
          </a:p>
          <a:p>
            <a:r>
              <a:t>Pablo Heredia (EXT-Nokia) | nap | failed | 2025-11-06T15:58:30Z | 2025-11-06T16:29:15Z</a:t>
            </a:r>
          </a:p>
          <a:p>
            <a:r>
              <a:t>Arumugam Saravanan (EXT-Nokia) | hss | failed | 2025-11-06T15:44:23Z | 2025-11-06T15:48:31Z</a:t>
            </a:r>
          </a:p>
          <a:p>
            <a:r>
              <a:t>Arumugam Saravanan (EXT-Nokia) | hss | failed | 2025-11-06T15:26:12Z | 2025-11-06T15:30:15Z</a:t>
            </a:r>
          </a:p>
          <a:p>
            <a:r>
              <a:t>Arumugam Saravanan (EXT-Nokia) | hss | failed | 2025-11-06T15:21:17Z | 2025-11-06T15:25:25Z</a:t>
            </a:r>
          </a:p>
          <a:p>
            <a:r>
              <a:t>Pablo Heredia (EXT-Nokia) | nap | error | 2025-11-06T15:09:47Z | 2025-11-06T15:20:56Z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