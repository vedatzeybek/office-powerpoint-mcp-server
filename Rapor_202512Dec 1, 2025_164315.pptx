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2025-11-04T18:16:57Z</a:t>
            </a:r>
          </a:p>
          <a:p>
            <a:r>
              <a:t>2025-11-04T18:20:04Z</a:t>
            </a:r>
          </a:p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2025-11-03T19:38:46Z</a:t>
            </a:r>
          </a:p>
          <a:p>
            <a:r>
              <a:t>2025-11-03T19:40:48Z</a:t>
            </a:r>
          </a:p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2025-10-30T23:08:08Z</a:t>
            </a:r>
          </a:p>
          <a:p>
            <a:r>
              <a:t>2025-10-30T23:45:27Z</a:t>
            </a:r>
          </a:p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2025-10-30T23:05:51Z</a:t>
            </a:r>
          </a:p>
          <a:p>
            <a:r>
              <a:t>2025-10-30T23:07:48Z</a:t>
            </a:r>
          </a:p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2025-10-30T22:06:53Z</a:t>
            </a:r>
          </a:p>
          <a:p>
            <a:r>
              <a:t>2025-10-30T22:09:00Z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