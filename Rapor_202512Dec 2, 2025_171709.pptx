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Pass/Fail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Server Session 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33.0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lnpframework</c:v>
                </c:pt>
                <c:pt idx="1">
                  <c:v>sepp</c:v>
                </c:pt>
                <c:pt idx="2">
                  <c:v>upg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</c:v>
                </c:pt>
                <c:pt idx="1">
                  <c:v>3.0</c:v>
                </c:pt>
                <c:pt idx="2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Passed Session Durations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/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