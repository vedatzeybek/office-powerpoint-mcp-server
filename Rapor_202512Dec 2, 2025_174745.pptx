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40.0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35.0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10.0</c:v>
                </c:pt>
                <c:pt idx="1">
                  <c:v>5.0</c:v>
                </c:pt>
                <c:pt idx="2">
                  <c:v>1.0</c:v>
                </c:pt>
                <c:pt idx="3">
                  <c:v>1.0</c:v>
                </c:pt>
                <c:pt idx="4">
                  <c:v>2.0</c:v>
                </c:pt>
                <c:pt idx="5">
                  <c:v>5.0</c:v>
                </c:pt>
                <c:pt idx="6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Sheet1!$A$2:$A$22</c:f>
              <c:strCache>
                <c:ptCount val="21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stop_tts34</c:v>
                </c:pt>
                <c:pt idx="4">
                  <c:v>startandstop</c:v>
                </c:pt>
                <c:pt idx="5">
                  <c:v>SEPPtest</c:v>
                </c:pt>
                <c:pt idx="6">
                  <c:v>seppsanity</c:v>
                </c:pt>
                <c:pt idx="7">
                  <c:v>SEPPSANITYTEST</c:v>
                </c:pt>
                <c:pt idx="8">
                  <c:v>startinstances</c:v>
                </c:pt>
                <c:pt idx="9">
                  <c:v>stop_tts34</c:v>
                </c:pt>
                <c:pt idx="10">
                  <c:v>startinstances</c:v>
                </c:pt>
                <c:pt idx="11">
                  <c:v>startandstop</c:v>
                </c:pt>
                <c:pt idx="12">
                  <c:v>SEPP_Sanity</c:v>
                </c:pt>
                <c:pt idx="13">
                  <c:v>DemoTest</c:v>
                </c:pt>
                <c:pt idx="14">
                  <c:v>1-2-3</c:v>
                </c:pt>
                <c:pt idx="15">
                  <c:v>25-new</c:v>
                </c:pt>
                <c:pt idx="16">
                  <c:v>25-new</c:v>
                </c:pt>
                <c:pt idx="17">
                  <c:v>1-2-3</c:v>
                </c:pt>
                <c:pt idx="18">
                  <c:v>25-new</c:v>
                </c:pt>
                <c:pt idx="19">
                  <c:v>tesla033</c:v>
                </c:pt>
                <c:pt idx="20">
                  <c:v>usdpDT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22.0</c:v>
                </c:pt>
                <c:pt idx="4">
                  <c:v>37.0</c:v>
                </c:pt>
                <c:pt idx="5">
                  <c:v>11.0</c:v>
                </c:pt>
                <c:pt idx="6">
                  <c:v>16.0</c:v>
                </c:pt>
                <c:pt idx="7">
                  <c:v>12.0</c:v>
                </c:pt>
                <c:pt idx="8">
                  <c:v>57.0</c:v>
                </c:pt>
                <c:pt idx="9">
                  <c:v>22.0</c:v>
                </c:pt>
                <c:pt idx="10">
                  <c:v>642.0</c:v>
                </c:pt>
                <c:pt idx="11">
                  <c:v>37.0</c:v>
                </c:pt>
                <c:pt idx="12">
                  <c:v>9.0</c:v>
                </c:pt>
                <c:pt idx="13">
                  <c:v>353.0</c:v>
                </c:pt>
                <c:pt idx="14">
                  <c:v>178.0</c:v>
                </c:pt>
                <c:pt idx="15">
                  <c:v>2789.0</c:v>
                </c:pt>
                <c:pt idx="16">
                  <c:v>705.0</c:v>
                </c:pt>
                <c:pt idx="17">
                  <c:v>107.0</c:v>
                </c:pt>
                <c:pt idx="18">
                  <c:v>1357.0</c:v>
                </c:pt>
                <c:pt idx="19">
                  <c:v>22.0</c:v>
                </c:pt>
                <c:pt idx="20">
                  <c:v>499.0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 comprehensive automated analysis</a:t>
            </a:r>
          </a:p>
          <a:p>
            <a:r>
              <a:t> of recent test executions, including overall pass/fail distribution</a:t>
            </a:r>
          </a:p>
          <a:p>
            <a:r>
              <a:t>, server-level activity trends, NF package behavior across ARTS01,</a:t>
            </a:r>
          </a:p>
          <a:p>
            <a:r>
              <a:t> execution duration patterns for successful sessions,</a:t>
            </a:r>
          </a:p>
          <a:p>
            <a:r>
              <a:t> and detailed fail-rate insights for HSS package versions.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