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Session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56.0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NF Package Distribution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hss</c:v>
                </c:pt>
                <c:pt idx="1">
                  <c:v>lnpframework</c:v>
                </c:pt>
                <c:pt idx="2">
                  <c:v>nbsf</c:v>
                </c:pt>
                <c:pt idx="3">
                  <c:v>sepp</c:v>
                </c:pt>
                <c:pt idx="4">
                  <c:v>upg</c:v>
                </c:pt>
                <c:pt idx="5">
                  <c:v>usdp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1.0</c:v>
                </c:pt>
                <c:pt idx="5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NF Packages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Server Session Count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ARTS01</c:v>
                </c:pt>
                <c:pt idx="1">
                  <c:v>ARTS03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46.0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Servers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Count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ARTS01 Passed Session Durations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Duration (sec)</c:v>
                </c:pt>
              </c:strCache>
            </c:strRef>
          </c:tx>
          <c:cat>
            <c:strRef>
              <c:f>Sheet1!$A$2:$A$9</c:f>
              <c:strCache>
                <c:ptCount val="8"/>
                <c:pt idx="0">
                  <c:v>1-2-3</c:v>
                </c:pt>
                <c:pt idx="1">
                  <c:v>DemoTest</c:v>
                </c:pt>
                <c:pt idx="2">
                  <c:v>startinstances</c:v>
                </c:pt>
                <c:pt idx="3">
                  <c:v>stop_tts34</c:v>
                </c:pt>
                <c:pt idx="4">
                  <c:v>startinstances</c:v>
                </c:pt>
                <c:pt idx="5">
                  <c:v>startandstop</c:v>
                </c:pt>
                <c:pt idx="6">
                  <c:v>startinstances</c:v>
                </c:pt>
                <c:pt idx="7">
                  <c:v>startandstop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107.0</c:v>
                </c:pt>
                <c:pt idx="1">
                  <c:v>353.0</c:v>
                </c:pt>
                <c:pt idx="2">
                  <c:v>57.0</c:v>
                </c:pt>
                <c:pt idx="3">
                  <c:v>22.0</c:v>
                </c:pt>
                <c:pt idx="4">
                  <c:v>57.0</c:v>
                </c:pt>
                <c:pt idx="5">
                  <c:v>37.0</c:v>
                </c:pt>
                <c:pt idx="6">
                  <c:v>642.0</c:v>
                </c:pt>
                <c:pt idx="7">
                  <c:v>37.0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Sessions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title>
          <c:tx>
            <c:rich>
              <a:bodyPr/>
              <a:lstStyle/>
              <a:p>
                <a:r>
                  <a:t>Duration (sec)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Report in Last 30 days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Status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Session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NF Package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ARTS01 Passed Session Durations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914400" y="914400"/>
          <a:ext cx="73152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