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15.0</c:v>
                </c:pt>
                <c:pt idx="1">
                  <c:v>43.0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ARTS01</c:v>
                </c:pt>
                <c:pt idx="1">
                  <c:v>ARTS03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15.0</c:v>
                </c:pt>
                <c:pt idx="1">
                  <c:v>43.0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Servers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hss</c:v>
                </c:pt>
                <c:pt idx="1">
                  <c:v>lnpframework</c:v>
                </c:pt>
                <c:pt idx="2">
                  <c:v>nbsf</c:v>
                </c:pt>
                <c:pt idx="3">
                  <c:v>part</c:v>
                </c:pt>
                <c:pt idx="4">
                  <c:v>sepp</c:v>
                </c:pt>
                <c:pt idx="5">
                  <c:v>upg</c:v>
                </c:pt>
                <c:pt idx="6">
                  <c:v>usdp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15.0</c:v>
                </c:pt>
                <c:pt idx="1">
                  <c:v>3.0</c:v>
                </c:pt>
                <c:pt idx="2">
                  <c:v>1.0</c:v>
                </c:pt>
                <c:pt idx="3">
                  <c:v>1.0</c:v>
                </c:pt>
                <c:pt idx="4">
                  <c:v>3.0</c:v>
                </c:pt>
                <c:pt idx="5">
                  <c:v>3.0</c:v>
                </c:pt>
                <c:pt idx="6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NF Packages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Duration (sec)</c:v>
                </c:pt>
              </c:strCache>
            </c:strRef>
          </c:tx>
          <c:cat>
            <c:strRef>
              <c:f>Sheet1!$A$2:$A$16</c:f>
              <c:strCache>
                <c:ptCount val="15"/>
                <c:pt idx="0">
                  <c:v>1-2-3</c:v>
                </c:pt>
                <c:pt idx="1">
                  <c:v>DemoTest</c:v>
                </c:pt>
                <c:pt idx="2">
                  <c:v>startinstances</c:v>
                </c:pt>
                <c:pt idx="3">
                  <c:v>stop_tts34</c:v>
                </c:pt>
                <c:pt idx="4">
                  <c:v>startandstop</c:v>
                </c:pt>
                <c:pt idx="5">
                  <c:v>SEPP_Sanity</c:v>
                </c:pt>
                <c:pt idx="6">
                  <c:v>SEPPSANITYTEST</c:v>
                </c:pt>
                <c:pt idx="7">
                  <c:v>seppsanity</c:v>
                </c:pt>
                <c:pt idx="8">
                  <c:v>sepp_start_33</c:v>
                </c:pt>
                <c:pt idx="9">
                  <c:v>startinstances</c:v>
                </c:pt>
                <c:pt idx="10">
                  <c:v>stop_tts34</c:v>
                </c:pt>
                <c:pt idx="11">
                  <c:v>startinstances</c:v>
                </c:pt>
                <c:pt idx="12">
                  <c:v>startandstop</c:v>
                </c:pt>
                <c:pt idx="13">
                  <c:v>SEPP_Sanity</c:v>
                </c:pt>
                <c:pt idx="14">
                  <c:v>DemoTest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107.0</c:v>
                </c:pt>
                <c:pt idx="1">
                  <c:v>353.0</c:v>
                </c:pt>
                <c:pt idx="2">
                  <c:v>57.0</c:v>
                </c:pt>
                <c:pt idx="3">
                  <c:v>22.0</c:v>
                </c:pt>
                <c:pt idx="4">
                  <c:v>37.0</c:v>
                </c:pt>
                <c:pt idx="5">
                  <c:v>9.0</c:v>
                </c:pt>
                <c:pt idx="6">
                  <c:v>12.0</c:v>
                </c:pt>
                <c:pt idx="7">
                  <c:v>16.0</c:v>
                </c:pt>
                <c:pt idx="8">
                  <c:v>16.0</c:v>
                </c:pt>
                <c:pt idx="9">
                  <c:v>57.0</c:v>
                </c:pt>
                <c:pt idx="10">
                  <c:v>22.0</c:v>
                </c:pt>
                <c:pt idx="11">
                  <c:v>642.0</c:v>
                </c:pt>
                <c:pt idx="12">
                  <c:v>37.0</c:v>
                </c:pt>
                <c:pt idx="13">
                  <c:v>9.0</c:v>
                </c:pt>
                <c:pt idx="14">
                  <c:v>353.0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Sessions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Duration (sec)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Fail Ratio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test-2.0.1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HSS Versions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Fail Ratio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Report in Last 30 days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46304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/>
              <a:t>This report provides an automated analysis of test executions, including pass/fail distribution, server activity, NF package behavior, and execution duration metrics.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Pass/Fail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 Session 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NF Package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Passed Session Durations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HSS Version Fail Ratio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