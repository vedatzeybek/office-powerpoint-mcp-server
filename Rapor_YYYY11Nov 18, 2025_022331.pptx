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latin typeface="Arial"/>
              </a:rPr>
              <a:t>automation-agent | hss | aborted | 1763387064 | 1763387221</a:t>
            </a:r>
          </a:p>
          <a:p>
            <a:pPr algn="l"/>
            <a:r>
              <a:rPr sz="1200" b="0">
                <a:latin typeface="Arial"/>
              </a:rPr>
              <a:t>automation-agent | hss | failed | 1763386994 | 1763387676</a:t>
            </a:r>
          </a:p>
          <a:p>
            <a:pPr algn="l"/>
            <a:r>
              <a:rPr sz="1200" b="0">
                <a:latin typeface="Arial"/>
              </a:rPr>
              <a:t>automation-agent | hss | error | 1763386953 |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