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00" y="91440000"/>
          <a:ext cx="365760000" cy="18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0"/>
                <a:gridCol w="121920000"/>
                <a:gridCol w="121920000"/>
              </a:tblGrid>
              <a:tr h="60960000"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</a:tr>
              <a:tr h="60960000"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</a:tr>
              <a:tr h="60960000"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