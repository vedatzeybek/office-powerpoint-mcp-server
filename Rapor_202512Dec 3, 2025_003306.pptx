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36.0</c:v>
                </c:pt>
                <c:pt idx="1">
                  <c:v>4.0</c:v>
                </c:pt>
                <c:pt idx="2">
                  <c:v>1.0</c:v>
                </c:pt>
                <c:pt idx="3">
                  <c:v>1.0</c:v>
                </c:pt>
                <c:pt idx="4">
                  <c:v>4.0</c:v>
                </c:pt>
                <c:pt idx="5">
                  <c:v>14.0</c:v>
                </c:pt>
                <c:pt idx="6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startinstances</c:v>
                </c:pt>
                <c:pt idx="4">
                  <c:v>sepp_start_33</c:v>
                </c:pt>
                <c:pt idx="5">
                  <c:v>stop_tts34</c:v>
                </c:pt>
                <c:pt idx="6">
                  <c:v>startandstop</c:v>
                </c:pt>
                <c:pt idx="7">
                  <c:v>SEPP_Sanity</c:v>
                </c:pt>
                <c:pt idx="8">
                  <c:v>usdpDT</c:v>
                </c:pt>
                <c:pt idx="9">
                  <c:v>tesla033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57.0</c:v>
                </c:pt>
                <c:pt idx="4">
                  <c:v>16.0</c:v>
                </c:pt>
                <c:pt idx="5">
                  <c:v>22.0</c:v>
                </c:pt>
                <c:pt idx="6">
                  <c:v>37.0</c:v>
                </c:pt>
                <c:pt idx="7">
                  <c:v>9.0</c:v>
                </c:pt>
                <c:pt idx="8">
                  <c:v>499.0</c:v>
                </c:pt>
                <c:pt idx="9">
                  <c:v>22.0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