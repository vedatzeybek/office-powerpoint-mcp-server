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Ecaterina Ternovetcaia (EXT-Nokia) | upg | passed | 2025-11-06T12:45:48Z | 2025-11-06T12:47:35Z</a:t>
            </a:r>
          </a:p>
          <a:p>
            <a:r>
              <a:t>Amber Gupta (EXT-Nokia) | lnpframework | passed | 2025-11-06T11:21:09Z | 2025-11-06T11:22:06Z</a:t>
            </a:r>
          </a:p>
          <a:p>
            <a:r>
              <a:t>Amber Gupta (EXT-Nokia) | lnpframework | passed | 2025-11-06T11:15:36Z | 2025-11-06T11:15:58Z</a:t>
            </a:r>
          </a:p>
          <a:p>
            <a:r>
              <a:t>Amber Gupta (EXT-Nokia) | lnpframework | passed | 2025-11-06T11:04:09Z | 2025-11-06T11:05:06Z</a:t>
            </a:r>
          </a:p>
          <a:p>
            <a:r>
              <a:t>Amber Gupta (EXT-Nokia) | lnpframework | passed | 2025-11-06T11:01:42Z | 2025-11-06T11:02:04Z</a:t>
            </a:r>
          </a:p>
          <a:p>
            <a:r>
              <a:t>Octavian Dorbin (EXT-Nokia) | nbsf | passed | 2025-11-06T09:57:17Z | 2025-11-06T10:03:10Z</a:t>
            </a:r>
          </a:p>
          <a:p>
            <a:r>
              <a:t>Victor Gonzalez Lim (EXT-Nokia) | sdl | passed | 2025-11-05T01:00:37Z | 2025-11-05T01:05:49Z</a:t>
            </a:r>
          </a:p>
          <a:p>
            <a:r>
              <a:t>Arumugam Saravanan (EXT-Nokia) | hss | passed | 2025-11-04T18:16:57Z | 2025-11-04T18:20:04Z</a:t>
            </a:r>
          </a:p>
          <a:p>
            <a:r>
              <a:t>admin | npc | passed | 2025-11-04T17:51:25Z | 2025-11-04T17:53:42Z</a:t>
            </a:r>
          </a:p>
          <a:p>
            <a:r>
              <a:t>Octavian Dorbin (EXT-Nokia) | sdl | passed | 2025-11-04T16:00:17Z | 2025-11-04T16:07:30Z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Status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