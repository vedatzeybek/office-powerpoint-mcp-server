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username | nf_package_name | status | start_time | end_time</a:t>
            </a:r>
          </a:p>
          <a:p>
            <a:r>
              <a:t>admin | hss | failed | 2025-11-19 10:00 | 2025-11-19 10:30</a:t>
            </a:r>
          </a:p>
          <a:p>
            <a:r>
              <a:t>automation-agent | hss | failed | 2025-11-19 10:00 | 2025-11-19 10:30</a:t>
            </a:r>
          </a:p>
          <a:p>
            <a:r>
              <a:t>automation-agent | hss | failed | 2025-11-19 10:00 | 2025-11-19 10:30</a:t>
            </a:r>
          </a:p>
          <a:p>
            <a:r>
              <a:t>automation-agent | hss | failed | 2025-11-19 10:00 | 2025-11-19 10:30</a:t>
            </a:r>
          </a:p>
          <a:p>
            <a:r>
              <a:t>automation-agent | hss | failed | 2025-11-19 10:00 | 2025-11-19 10:30</a:t>
            </a:r>
          </a:p>
          <a:p>
            <a:r>
              <a:t>automation-agent | hss | failed | 2025-11-19 10:00 | 2025-11-19 10:30</a:t>
            </a:r>
          </a:p>
          <a:p>
            <a:r>
              <a:t>automation-agent | hss | failed | 2025-11-19 10:00 | 2025-11-19 10:30</a:t>
            </a:r>
          </a:p>
          <a:p>
            <a:r>
              <a:t>automation-agent | hss | failed | 2025-11-19 10:00 | 2025-11-19 10:30</a:t>
            </a:r>
          </a:p>
          <a:p>
            <a:r>
              <a:t>automation-agent | hss | failed | 2025-11-19 10:00 | 2025-11-19 10:30</a:t>
            </a:r>
          </a:p>
          <a:p>
            <a:r>
              <a:t>automation-agent | hss | failed | 2025-11-19 10:00 | 2025-11-19 10:30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9144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32509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admin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 wrap="square"/>
                    <a:lstStyle/>
                    <a:p>
                      <a:r>
                        <a:rPr sz="1000"/>
                        <a:t>automation-agent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