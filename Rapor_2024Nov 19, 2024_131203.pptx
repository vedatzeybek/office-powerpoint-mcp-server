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Ecaterina Ternovetcaia (EXT-Nokia) | upg | failed | Thu, 01 Jan 1970 00:00:00 GMT | Thu, 01 Jan 1970 00:00:00 GMT</a:t>
            </a:r>
          </a:p>
          <a:p>
            <a:r>
              <a:t>Ecaterina Ternovetcaia (EXT-Nokia) | upg | failed | Thu, 01 Jan 1970 00:00:00 GMT | Thu, 01 Jan 1970 00:00:00 GMT</a:t>
            </a:r>
          </a:p>
          <a:p>
            <a:r>
              <a:t>Ecaterina Ternovetcaia (EXT-Nokia) | upg | failed | Thu, 01 Jan 1970 00:00:00 GMT | Thu, 01 Jan 1970 00:00:00 GMT</a:t>
            </a:r>
          </a:p>
          <a:p>
            <a:r>
              <a:t>Ecaterina Ternovetcaia (EXT-Nokia) | upg | failed | Thu, 01 Jan 1970 00:00:00 GMT | Thu, 01 Jan 1970 00:00:00 GMT</a:t>
            </a:r>
          </a:p>
          <a:p>
            <a:r>
              <a:t>Ecaterina Ternovetcaia (EXT-Nokia) | upg | failed | Thu, 01 Jan 1970 00:00:00 GMT | Thu, 01 Jan 1970 00:00:00 GMT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00" y="91440000"/>
          <a:ext cx="457200000" cy="27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00"/>
                <a:gridCol w="91440000"/>
                <a:gridCol w="91440000"/>
                <a:gridCol w="91440000"/>
                <a:gridCol w="91440000"/>
              </a:tblGrid>
              <a:tr h="457200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 Date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 Date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</a:tr>
              <a:tr h="457200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Thu, 01 Jan 1970 00:00:00 GMT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00" y="91440000"/>
          <a:ext cx="457200000" cy="27432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