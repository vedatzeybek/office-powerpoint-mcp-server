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failed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hello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0" y="0"/>
          <a:ext cx="2743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