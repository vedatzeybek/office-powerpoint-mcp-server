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08:00 | 2025-11-19 08:05</a:t>
            </a:r>
          </a:p>
          <a:p>
            <a:r>
              <a:t>Ecaterina Ternovetcaia (EXT-Nokia) | upg | failed | 2025-11-19 07:30 | 2025-11-19 08:05</a:t>
            </a:r>
          </a:p>
          <a:p>
            <a:r>
              <a:t>Ecaterina Ternovetcaia (EXT-Nokia) | upg | failed | 2025-11-18 10:00 | 2025-11-18 14:00</a:t>
            </a:r>
          </a:p>
          <a:p>
            <a:r>
              <a:t>Ecaterina Ternovetcaia (EXT-Nokia) | upg | failed | 2025-11-18 08:00 | 2025-11-18 08:02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08:00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08:05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07:30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08:05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2025-11-18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2025-11-18 14:00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2025-11-18 08:00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2025-11-18 08:02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