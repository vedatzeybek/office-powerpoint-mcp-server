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hss</c:v>
                </c:pt>
                <c:pt idx="1">
                  <c:v>lnpframework</c:v>
                </c:pt>
                <c:pt idx="2">
                  <c:v>nbsf</c:v>
                </c:pt>
                <c:pt idx="3">
                  <c:v>sepp</c:v>
                </c:pt>
                <c:pt idx="4">
                  <c:v>upg</c:v>
                </c:pt>
                <c:pt idx="5">
                  <c:v>usdp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10.0</c:v>
                </c:pt>
                <c:pt idx="1">
                  <c:v>5.0</c:v>
                </c:pt>
                <c:pt idx="2">
                  <c:v>1.0</c:v>
                </c:pt>
                <c:pt idx="3">
                  <c:v>5.0</c:v>
                </c:pt>
                <c:pt idx="4">
                  <c:v>10.0</c:v>
                </c:pt>
                <c:pt idx="5">
                  <c:v>2.0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ARTS01</c:v>
                </c:pt>
                <c:pt idx="1">
                  <c:v>ARTS03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25.0</c:v>
                </c:pt>
                <c:pt idx="1">
                  <c:v>25.0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Pass</c:v>
                </c:pt>
                <c:pt idx="1">
                  <c:v>Fail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10.0</c:v>
                </c:pt>
                <c:pt idx="1">
                  <c:v>40.0</c:v>
                </c:pt>
              </c:numCache>
            </c:numRef>
          </c:val>
        </c:ser>
      </c:pieChart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Duration (sec)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1-2-3</c:v>
                </c:pt>
                <c:pt idx="1">
                  <c:v>DemoTest</c:v>
                </c:pt>
                <c:pt idx="2">
                  <c:v>startinstances</c:v>
                </c:pt>
                <c:pt idx="3">
                  <c:v>stop_tts34</c:v>
                </c:pt>
                <c:pt idx="4">
                  <c:v>startandstop</c:v>
                </c:pt>
                <c:pt idx="5">
                  <c:v>SEPP_Sanity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107.0</c:v>
                </c:pt>
                <c:pt idx="1">
                  <c:v>353.0</c:v>
                </c:pt>
                <c:pt idx="2">
                  <c:v>57.0</c:v>
                </c:pt>
                <c:pt idx="3">
                  <c:v>22.0</c:v>
                </c:pt>
                <c:pt idx="4">
                  <c:v>37.0</c:v>
                </c:pt>
                <c:pt idx="5">
                  <c:v>9.0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Session 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 Session Status Distribution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914400" y="914400"/>
          <a:ext cx="7315200" cy="5486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Server Session Count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914400" y="914400"/>
          <a:ext cx="7315200" cy="5486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ARTS01 NF Package Distribution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914400" y="914400"/>
          <a:ext cx="7315200" cy="5486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ARTS01 Passed Session Durations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914400" y="914400"/>
          <a:ext cx="7315200" cy="5486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