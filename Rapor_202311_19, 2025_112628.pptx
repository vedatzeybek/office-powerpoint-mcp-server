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4.0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Ecaterina Ternovetcaia (EXT-Nokia) | upg | failed | 1762437655 | 1762440444</a:t>
            </a:r>
          </a:p>
          <a:p>
            <a:r>
              <a:t>Ecaterina Ternovetcaia (EXT-Nokia) | upg | failed | 1762422426 | 1762422604</a:t>
            </a:r>
          </a:p>
          <a:p>
            <a:r>
              <a:t>Ecaterina Ternovetcaia (EXT-Nokia) | upg | failed | 1762416449 | 1762417806</a:t>
            </a:r>
          </a:p>
          <a:p>
            <a:r>
              <a:t>Ecaterina Ternovetcaia (EXT-Nokia) | upg | failed | 1762000981 | 1762007403</a:t>
            </a:r>
          </a:p>
          <a:p>
            <a:r>
              <a:t>Ecaterina Ternovetcaia (EXT-Nokia) | upg | failed | 1761999674 | 1761999756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58368000" cy="365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00"/>
                <a:gridCol w="131673600"/>
                <a:gridCol w="131673600"/>
                <a:gridCol w="131673600"/>
                <a:gridCol w="131673600"/>
              </a:tblGrid>
              <a:tr h="609600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 Date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 Date</a:t>
                      </a:r>
                    </a:p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1762437655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1762440444</a:t>
                      </a:r>
                    </a:p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1762422426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1762422604</a:t>
                      </a:r>
                    </a:p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1762416449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1762417806</a:t>
                      </a:r>
                    </a:p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1762000981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1762007403</a:t>
                      </a:r>
                    </a:p>
                  </a:txBody>
                  <a:tcPr/>
                </a:tc>
              </a:tr>
              <a:tr h="6096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1761999674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1761999756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658368000" cy="3657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