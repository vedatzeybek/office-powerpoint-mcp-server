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3" d="100"/>
          <a:sy n="73" d="100"/>
        </p:scale>
        <p:origin x="1080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r>
              <a:rPr lang="en-US"/>
              <a:t>Session Status Distribution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Pass</c:v>
                </c:pt>
                <c:pt idx="1">
                  <c:v>Fail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</c:v>
                </c:pt>
                <c:pt idx="1">
                  <c:v>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936-4FEB-A77F-7021828FC3E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legend>
      <c:legendPos val="r"/>
      <c:overlay val="1"/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US"/>
              <a:t>Server Session Count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invertIfNegative val="1"/>
          <c:cat>
            <c:strRef>
              <c:f>Sheet1!$A$2:$A$3</c:f>
              <c:strCache>
                <c:ptCount val="2"/>
                <c:pt idx="0">
                  <c:v>ARTS01</c:v>
                </c:pt>
                <c:pt idx="1">
                  <c:v>ARTS03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30</c:v>
                </c:pt>
                <c:pt idx="1">
                  <c:v>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30F-41D8-89B2-56190FB43FB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r"/>
      <c:overlay val="1"/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US"/>
              <a:t>ARTS01 NF Package Distribution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invertIfNegative val="1"/>
          <c:cat>
            <c:strRef>
              <c:f>Sheet1!$A$2:$A$9</c:f>
              <c:strCache>
                <c:ptCount val="8"/>
                <c:pt idx="0">
                  <c:v>hss</c:v>
                </c:pt>
                <c:pt idx="1">
                  <c:v>lnpframework</c:v>
                </c:pt>
                <c:pt idx="2">
                  <c:v>nbsf</c:v>
                </c:pt>
                <c:pt idx="3">
                  <c:v>part</c:v>
                </c:pt>
                <c:pt idx="4">
                  <c:v>sepp</c:v>
                </c:pt>
                <c:pt idx="5">
                  <c:v>upg</c:v>
                </c:pt>
                <c:pt idx="6">
                  <c:v>usdp</c:v>
                </c:pt>
                <c:pt idx="7">
                  <c:v>nap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13</c:v>
                </c:pt>
                <c:pt idx="1">
                  <c:v>3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13</c:v>
                </c:pt>
                <c:pt idx="6">
                  <c:v>2</c:v>
                </c:pt>
                <c:pt idx="7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61C-4B88-9344-390AC6856E4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r"/>
      <c:overlay val="1"/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US"/>
              <a:t>ARTS01 Passed Session Durations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Duration (sec)</c:v>
                </c:pt>
              </c:strCache>
            </c:strRef>
          </c:tx>
          <c:invertIfNegative val="1"/>
          <c:cat>
            <c:strRef>
              <c:f>Sheet1!$A$2:$A$6</c:f>
              <c:strCache>
                <c:ptCount val="5"/>
                <c:pt idx="0">
                  <c:v>1-2-3</c:v>
                </c:pt>
                <c:pt idx="1">
                  <c:v>DemoTest</c:v>
                </c:pt>
                <c:pt idx="2">
                  <c:v>startinstances</c:v>
                </c:pt>
                <c:pt idx="3">
                  <c:v>stop_tts34</c:v>
                </c:pt>
                <c:pt idx="4">
                  <c:v>startandstop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107</c:v>
                </c:pt>
                <c:pt idx="1">
                  <c:v>353</c:v>
                </c:pt>
                <c:pt idx="2">
                  <c:v>57</c:v>
                </c:pt>
                <c:pt idx="3">
                  <c:v>22</c:v>
                </c:pt>
                <c:pt idx="4">
                  <c:v>37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440-4798-895E-9D66A2FF994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r"/>
      <c:overlay val="1"/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Report in Last 30 days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Session Status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914400"/>
          <a:ext cx="7315200" cy="5486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Server Session Count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914400"/>
          <a:ext cx="7315200" cy="5486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ARTS01 NF Package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914400"/>
          <a:ext cx="7315200" cy="5486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ARTS01 Passed Session Durations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914400"/>
          <a:ext cx="7315200" cy="5486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34</Words>
  <Application>Microsoft Office PowerPoint</Application>
  <PresentationFormat>On-screen Show (4:3)</PresentationFormat>
  <Paragraphs>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Test Report in Last 30 days</vt:lpstr>
      <vt:lpstr>Session Status Distribution</vt:lpstr>
      <vt:lpstr>Server Session Count</vt:lpstr>
      <vt:lpstr>ARTS01 NF Package Distribution</vt:lpstr>
      <vt:lpstr>ARTS01 Passed Session Durations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Vedat Zeybek</cp:lastModifiedBy>
  <cp:revision>2</cp:revision>
  <dcterms:created xsi:type="dcterms:W3CDTF">2013-01-27T09:14:16Z</dcterms:created>
  <dcterms:modified xsi:type="dcterms:W3CDTF">2025-12-02T12:13:34Z</dcterms:modified>
  <cp:category/>
</cp:coreProperties>
</file>