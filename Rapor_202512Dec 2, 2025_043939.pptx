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Pass / Fail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3.0</c:v>
                </c:pt>
                <c:pt idx="1">
                  <c:v>155.0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Total Sessions: 158</a:t>
            </a:r>
          </a:p>
          <a:p>
            <a:r>
              <a:t>Start Time: 2025-11-06T06:05:02Z</a:t>
            </a:r>
          </a:p>
          <a:p>
            <a:r>
              <a:t>End Time: 2025-11-06T23:43:19Z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00" y="91440000"/>
          <a:ext cx="548640000" cy="32004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