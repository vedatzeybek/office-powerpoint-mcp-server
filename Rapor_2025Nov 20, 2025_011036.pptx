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10:30 | 2025-11-19 11:00</a:t>
            </a:r>
          </a:p>
          <a:p>
            <a:r>
              <a:t>Ecaterina Ternovetcaia (EXT-Nokia) | upg | failed | 2025-11-19 11:00 | 2025-11-19 11:30</a:t>
            </a:r>
          </a:p>
          <a:p>
            <a:r>
              <a:t>Ecaterina Ternovetcaia (EXT-Nokia) | upg | failed | 2025-11-19 11:30 | 2025-11-19 12:00</a:t>
            </a:r>
          </a:p>
          <a:p>
            <a:r>
              <a:t>Ecaterina Ternovetcaia (EXT-Nokia) | upg | failed | 2025-11-19 12:00 | 2025-11-19 12:30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12:00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12:00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12:30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