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47.0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  <c:pt idx="7">
                  <c:v>nap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5.0</c:v>
                </c:pt>
                <c:pt idx="6">
                  <c:v>2.0</c:v>
                </c:pt>
                <c:pt idx="7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