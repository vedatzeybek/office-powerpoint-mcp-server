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35.0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SEPPtest</c:v>
                </c:pt>
                <c:pt idx="3">
                  <c:v>startinstances</c:v>
                </c:pt>
                <c:pt idx="4">
                  <c:v>stop_tts34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11.0</c:v>
                </c:pt>
                <c:pt idx="3">
                  <c:v>57.0</c:v>
                </c:pt>
                <c:pt idx="4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