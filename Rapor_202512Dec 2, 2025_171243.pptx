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17.0</c:v>
                </c:pt>
                <c:pt idx="1">
                  <c:v>43.0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17.0</c:v>
                </c:pt>
                <c:pt idx="1">
                  <c:v>43.0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3.0</c:v>
                </c:pt>
                <c:pt idx="5">
                  <c:v>10.0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Sheet1!$A$2:$A$18</c:f>
              <c:strCache>
                <c:ptCount val="17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  <c:pt idx="4">
                  <c:v>startandstop</c:v>
                </c:pt>
                <c:pt idx="5">
                  <c:v>SEPP_Sanity</c:v>
                </c:pt>
                <c:pt idx="6">
                  <c:v>SEPPSANITYTEST</c:v>
                </c:pt>
                <c:pt idx="7">
                  <c:v>seppsanity</c:v>
                </c:pt>
                <c:pt idx="8">
                  <c:v>sepp_start_33</c:v>
                </c:pt>
                <c:pt idx="9">
                  <c:v>startinstances</c:v>
                </c:pt>
                <c:pt idx="10">
                  <c:v>stop_tts34</c:v>
                </c:pt>
                <c:pt idx="11">
                  <c:v>startinstances</c:v>
                </c:pt>
                <c:pt idx="12">
                  <c:v>startandstop</c:v>
                </c:pt>
                <c:pt idx="13">
                  <c:v>SEPP_Sanity</c:v>
                </c:pt>
                <c:pt idx="14">
                  <c:v>DemoTest</c:v>
                </c:pt>
                <c:pt idx="15">
                  <c:v>1-2-3</c:v>
                </c:pt>
                <c:pt idx="16">
                  <c:v>25-new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22.0</c:v>
                </c:pt>
                <c:pt idx="4">
                  <c:v>37.0</c:v>
                </c:pt>
                <c:pt idx="5">
                  <c:v>9.0</c:v>
                </c:pt>
                <c:pt idx="6">
                  <c:v>12.0</c:v>
                </c:pt>
                <c:pt idx="7">
                  <c:v>16.0</c:v>
                </c:pt>
                <c:pt idx="8">
                  <c:v>16.0</c:v>
                </c:pt>
                <c:pt idx="9">
                  <c:v>57.0</c:v>
                </c:pt>
                <c:pt idx="10">
                  <c:v>22.0</c:v>
                </c:pt>
                <c:pt idx="11">
                  <c:v>642.0</c:v>
                </c:pt>
                <c:pt idx="12">
                  <c:v>37.0</c:v>
                </c:pt>
                <c:pt idx="13">
                  <c:v>9.0</c:v>
                </c:pt>
                <c:pt idx="14">
                  <c:v>353.0</c:v>
                </c:pt>
                <c:pt idx="15">
                  <c:v>178.0</c:v>
                </c:pt>
                <c:pt idx="16">
                  <c:v>1357.0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an automated analysis of test executions, including pass/fail distribution, server activity, NF package behavior, and execution duration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