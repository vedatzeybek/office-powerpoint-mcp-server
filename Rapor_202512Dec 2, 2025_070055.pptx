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Session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Sessions: 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Sessions: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hsssdl2105_I_ARTS03_hss_test-201_1762472356 - Failed</a:t>
            </a:r>
          </a:p>
          <a:p>
            <a:r>
              <a:t>2. hsssdl2105_I_ARTS03_hss_test-201_1762472073 - Failed</a:t>
            </a:r>
          </a:p>
          <a:p>
            <a:r>
              <a:t>3. hss2132sdl_I_ARTS03_hss_test-201_1762466580 - Failed</a:t>
            </a:r>
          </a:p>
          <a:p>
            <a:r>
              <a:t>4. hss2105sdl_I_ARTS03_hss_test-201_1762466134 - Failed</a:t>
            </a:r>
          </a:p>
          <a:p>
            <a:r>
              <a:t>5. hss2105sdl_I_ARTS03_hss_test-201_1762465555 - Failed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Server-wise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