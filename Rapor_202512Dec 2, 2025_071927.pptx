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_rels/chart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4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chart>
    <c:autoTitleDeleted val="0"/>
    <c:plotArea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Count</c:v>
                </c:pt>
              </c:strCache>
            </c:strRef>
          </c:tx>
          <c:cat>
            <c:strRef>
              <c:f>Sheet1!$A$2:$A$3</c:f>
              <c:strCache>
                <c:ptCount val="2"/>
                <c:pt idx="0">
                  <c:v>Pass</c:v>
                </c:pt>
                <c:pt idx="1">
                  <c:v>Fail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0.0</c:v>
                </c:pt>
                <c:pt idx="1">
                  <c:v>50.0</c:v>
                </c:pt>
              </c:numCache>
            </c:numRef>
          </c:val>
        </c:ser>
      </c:pieChart>
    </c:plotArea>
    <c:legend/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Count</c:v>
                </c:pt>
              </c:strCache>
            </c:strRef>
          </c:tx>
          <c:cat>
            <c:strRef>
              <c:f>Sheet1!$A$2:$A$3</c:f>
              <c:strCache>
                <c:ptCount val="2"/>
                <c:pt idx="0">
                  <c:v>ARTS01</c:v>
                </c:pt>
                <c:pt idx="1">
                  <c:v>ARTS03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14.0</c:v>
                </c:pt>
                <c:pt idx="1">
                  <c:v>36.0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title>
          <c:tx>
            <c:rich>
              <a:bodyPr/>
              <a:lstStyle/>
              <a:p>
                <a:r>
                  <a:t>Count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b"/>
        <c:majorGridlines/>
        <c:title>
          <c:tx>
            <c:rich>
              <a:bodyPr/>
              <a:lstStyle/>
              <a:p>
                <a:r>
                  <a:t>Servers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crossAx val="-2068027336"/>
        <c:crosses val="autoZero"/>
      </c:valAx>
    </c:plotArea>
    <c:legend/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Count</c:v>
                </c:pt>
              </c:strCache>
            </c:strRef>
          </c:tx>
          <c:cat>
            <c:strRef>
              <c:f>Sheet1!$A$2:$A$7</c:f>
              <c:strCache>
                <c:ptCount val="6"/>
                <c:pt idx="0">
                  <c:v>hss</c:v>
                </c:pt>
                <c:pt idx="1">
                  <c:v>lnpframework</c:v>
                </c:pt>
                <c:pt idx="2">
                  <c:v>nbsf</c:v>
                </c:pt>
                <c:pt idx="3">
                  <c:v>sepp</c:v>
                </c:pt>
                <c:pt idx="4">
                  <c:v>upg</c:v>
                </c:pt>
                <c:pt idx="5">
                  <c:v>usdp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0.0</c:v>
                </c:pt>
                <c:pt idx="1">
                  <c:v>0.0</c:v>
                </c:pt>
                <c:pt idx="2">
                  <c:v>1.0</c:v>
                </c:pt>
                <c:pt idx="3">
                  <c:v>0.0</c:v>
                </c:pt>
                <c:pt idx="4">
                  <c:v>10.0</c:v>
                </c:pt>
                <c:pt idx="5">
                  <c:v>2.0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title>
          <c:tx>
            <c:rich>
              <a:bodyPr/>
              <a:lstStyle/>
              <a:p>
                <a:r>
                  <a:t>Count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b"/>
        <c:majorGridlines/>
        <c:title>
          <c:tx>
            <c:rich>
              <a:bodyPr/>
              <a:lstStyle/>
              <a:p>
                <a:r>
                  <a:t>NF Packages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crossAx val="-2068027336"/>
        <c:crosses val="autoZero"/>
      </c:valAx>
    </c:plotArea>
    <c:legend/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Duration (sec)</c:v>
                </c:pt>
              </c:strCache>
            </c:strRef>
          </c:tx>
          <c:cat>
            <c:strRef>
              <c:f>Sheet1!$A$2:$A$7</c:f>
              <c:strCache>
                <c:ptCount val="6"/>
                <c:pt idx="0">
                  <c:v>1-2-3</c:v>
                </c:pt>
                <c:pt idx="1">
                  <c:v>DemoTest</c:v>
                </c:pt>
                <c:pt idx="2">
                  <c:v>startinstances</c:v>
                </c:pt>
                <c:pt idx="3">
                  <c:v>stop_tts34</c:v>
                </c:pt>
                <c:pt idx="4">
                  <c:v>startandstop</c:v>
                </c:pt>
                <c:pt idx="5">
                  <c:v>SEPP_Sanity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107.0</c:v>
                </c:pt>
                <c:pt idx="1">
                  <c:v>353.0</c:v>
                </c:pt>
                <c:pt idx="2">
                  <c:v>57.0</c:v>
                </c:pt>
                <c:pt idx="3">
                  <c:v>22.0</c:v>
                </c:pt>
                <c:pt idx="4">
                  <c:v>37.0</c:v>
                </c:pt>
                <c:pt idx="5">
                  <c:v>9.0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title>
          <c:tx>
            <c:rich>
              <a:bodyPr/>
              <a:lstStyle/>
              <a:p>
                <a:r>
                  <a:t>Duration (sec)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b"/>
        <c:majorGridlines/>
        <c:title>
          <c:tx>
            <c:rich>
              <a:bodyPr/>
              <a:lstStyle/>
              <a:p>
                <a:r>
                  <a:t>Sessions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crossAx val="-2068027336"/>
        <c:crosses val="autoZero"/>
      </c:valAx>
    </c:plotArea>
    <c:legend/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chart" Target="../charts/chart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chart" Target="../charts/char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chart" Target="../charts/chart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chart" Target="../charts/chart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Test Report in Last 30 days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Test Status Distribution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914400" y="914400"/>
          <a:ext cx="7315200" cy="54864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Server Session Count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914400" y="914400"/>
          <a:ext cx="7315200" cy="54864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ARTS01 NF Package Distribution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914400" y="914400"/>
          <a:ext cx="7315200" cy="54864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ARTS01 Passed Session Durations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914400" y="914400"/>
          <a:ext cx="7315200" cy="54864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