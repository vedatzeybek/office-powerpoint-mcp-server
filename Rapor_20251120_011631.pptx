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4.0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2025-11-21 09:34:15 | 2025-11-21 09:41:00</a:t>
            </a:r>
          </a:p>
          <a:p>
            <a:r>
              <a:t>Ecaterina Ternovetcaia (EXT-Nokia) | upg | failed | 2025-11-21 09:33:46 | 2025-11-21 09:34:03</a:t>
            </a:r>
          </a:p>
          <a:p>
            <a:r>
              <a:t>Ecaterina Ternovetcaia (EXT-Nokia) | upg | failed | 2025-11-21 09:34:09 | 2025-11-21 09:36:46</a:t>
            </a:r>
          </a:p>
          <a:p>
            <a:r>
              <a:t>Ecaterina Ternovetcaia (EXT-Nokia) | upg | failed | 2025-11-20 07:36:21 | 2025-11-20 07:43:23</a:t>
            </a:r>
          </a:p>
          <a:p>
            <a:r>
              <a:t>Ecaterina Ternovetcaia (EXT-Nokia) | upg | failed | 2025-11-20 07:34:34 | 2025-11-20 07:35:56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09:34:15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09:41:00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09:33:46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09:34:03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09:34:09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2025-11-21 09:36:46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2025-11-20 07:36:21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2025-11-20 07:43:23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2025-11-20 07:34:34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2025-11-20 07:35:56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