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2024-09-16 14:07:35 | 2024-09-16 14:14:04</a:t>
            </a:r>
          </a:p>
          <a:p>
            <a:r>
              <a:t>Ecaterina Ternovetcaia (EXT-Nokia) | upg | failed | 2024-09-16 13:47:06 | 2024-09-16 13:48:24</a:t>
            </a:r>
          </a:p>
          <a:p>
            <a:r>
              <a:t>Ecaterina Ternovetcaia (EXT-Nokia) | upg | failed | 2024-09-16 13:27:28 | 2024-09-16 13:41:06</a:t>
            </a:r>
          </a:p>
          <a:p>
            <a:r>
              <a:t>Ecaterina Ternovetcaia (EXT-Nokia) | upg | failed | 2024-09-15 23:46:40 | 2024-09-15 23:59:23</a:t>
            </a:r>
          </a:p>
          <a:p>
            <a:r>
              <a:t>Ecaterina Ternovetcaia (EXT-Nokia) | upg | failed | 2024-09-15 23:29:33 | 2024-09-15 23:31:16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00" y="91440000"/>
          <a:ext cx="457200000" cy="27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0"/>
                <a:gridCol w="91440000"/>
                <a:gridCol w="91440000"/>
                <a:gridCol w="91440000"/>
                <a:gridCol w="91440000"/>
              </a:tblGrid>
              <a:tr h="457200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 Date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 Date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14:07:35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14:14:04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13:47:06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13:48:24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13:27:28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2024-09-16 13:41:06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2024-09-15 23:46:40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2024-09-15 23:59:23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2024-09-15 23:29:33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2024-09-15 23:31:16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00" y="91440000"/>
          <a:ext cx="457200000" cy="27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