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25.0</c:v>
                </c:pt>
                <c:pt idx="1">
                  <c:v>3.0</c:v>
                </c:pt>
                <c:pt idx="2">
                  <c:v>1.0</c:v>
                </c:pt>
                <c:pt idx="3">
                  <c:v>3.0</c:v>
                </c:pt>
                <c:pt idx="4">
                  <c:v>3.0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31.0</c:v>
                </c:pt>
                <c:pt idx="1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47.0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