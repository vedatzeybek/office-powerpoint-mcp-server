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3.0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/>
              <a:t>This report provides a comprehensive automated analysis</a:t>
            </a:r>
          </a:p>
          <a:p>
            <a:pPr algn="ctr"/>
            <a:r>
              <a:rPr/>
              <a:t>of recent test executions, including overall pass/fail distribution</a:t>
            </a:r>
          </a:p>
          <a:p>
            <a:pPr algn="ctr"/>
            <a:r>
              <a:rPr/>
              <a:t>, server-level activity trends, NF package behavior across ARTS01,</a:t>
            </a:r>
          </a:p>
          <a:p>
            <a:pPr algn="ctr"/>
            <a:r>
              <a:rPr/>
              <a:t>execution duration patterns for successful sessions,</a:t>
            </a:r>
          </a:p>
          <a:p>
            <a:pPr algn="ctr"/>
            <a:r>
              <a:rPr/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