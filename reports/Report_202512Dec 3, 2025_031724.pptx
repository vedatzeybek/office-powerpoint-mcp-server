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35.0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35.0</c:v>
                </c:pt>
                <c:pt idx="1">
                  <c:v>5.0</c:v>
                </c:pt>
                <c:pt idx="2">
                  <c:v>1.0</c:v>
                </c:pt>
                <c:pt idx="3">
                  <c:v>1.0</c:v>
                </c:pt>
                <c:pt idx="4">
                  <c:v>5.0</c:v>
                </c:pt>
                <c:pt idx="5">
                  <c:v>5.0</c:v>
                </c:pt>
                <c:pt idx="6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startandstop</c:v>
                </c:pt>
                <c:pt idx="4">
                  <c:v>stop_tts34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37.0</c:v>
                </c:pt>
                <c:pt idx="4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 comprehensive automated analysis</a:t>
            </a:r>
          </a:p>
          <a:p>
            <a:r>
              <a:t>of recent test executions, including overall pass/fail distribution</a:t>
            </a:r>
          </a:p>
          <a:p>
            <a:r>
              <a:t>, server-level activity trends, NF package behavior across ARTS01,</a:t>
            </a:r>
          </a:p>
          <a:p>
            <a:r>
              <a:t>execution duration patterns for successful sessions,</a:t>
            </a:r>
          </a:p>
          <a:p>
            <a:r>
              <a:t>and detailed fail-rate insights for HSS package versions.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566928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566928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566928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566928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566928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