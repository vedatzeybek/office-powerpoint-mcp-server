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13.0</c:v>
                </c:pt>
                <c:pt idx="1">
                  <c:v>45.0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ARTS01</c:v>
                </c:pt>
                <c:pt idx="1">
                  <c:v>ARTS03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13.0</c:v>
                </c:pt>
                <c:pt idx="1">
                  <c:v>45.0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Servers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hss</c:v>
                </c:pt>
                <c:pt idx="1">
                  <c:v>lnpframework</c:v>
                </c:pt>
                <c:pt idx="2">
                  <c:v>nbsf</c:v>
                </c:pt>
                <c:pt idx="3">
                  <c:v>part</c:v>
                </c:pt>
                <c:pt idx="4">
                  <c:v>sepp</c:v>
                </c:pt>
                <c:pt idx="5">
                  <c:v>upg</c:v>
                </c:pt>
                <c:pt idx="6">
                  <c:v>usdp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13.0</c:v>
                </c:pt>
                <c:pt idx="1">
                  <c:v>2.0</c:v>
                </c:pt>
                <c:pt idx="2">
                  <c:v>1.0</c:v>
                </c:pt>
                <c:pt idx="3">
                  <c:v>1.0</c:v>
                </c:pt>
                <c:pt idx="4">
                  <c:v>1.0</c:v>
                </c:pt>
                <c:pt idx="5">
                  <c:v>1.0</c:v>
                </c:pt>
                <c:pt idx="6">
                  <c:v>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NF Packages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Duration (sec)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1-2-3</c:v>
                </c:pt>
                <c:pt idx="1">
                  <c:v>DemoTest</c:v>
                </c:pt>
                <c:pt idx="2">
                  <c:v>startinstances</c:v>
                </c:pt>
                <c:pt idx="3">
                  <c:v>startandstop</c:v>
                </c:pt>
                <c:pt idx="4">
                  <c:v>stop_tts34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107.0</c:v>
                </c:pt>
                <c:pt idx="1">
                  <c:v>353.0</c:v>
                </c:pt>
                <c:pt idx="2">
                  <c:v>57.0</c:v>
                </c:pt>
                <c:pt idx="3">
                  <c:v>37.0</c:v>
                </c:pt>
                <c:pt idx="4">
                  <c:v>22.0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Sessions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Duration (sec)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Fail Ratio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test-2.0.1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HSS Versions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Fail Ratio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Report in Last 30 Days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463040" y="164592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report provides a comprehensive automated analysis</a:t>
            </a:r>
          </a:p>
          <a:p>
            <a:r>
              <a:t>of recent test executions, including overall pass/fail distribution</a:t>
            </a:r>
          </a:p>
          <a:p>
            <a:r>
              <a:t>, server-level activity trends, NF package behavior across ARTS01,</a:t>
            </a:r>
          </a:p>
          <a:p>
            <a:r>
              <a:t>execution duration patterns for successful sessions,</a:t>
            </a:r>
          </a:p>
          <a:p>
            <a:r>
              <a:t>and detailed fail-rate insights for HSS package versions.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Overall Pass/Fail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Server Session 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NF Package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Passed Session Durations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HSS Version Fail 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