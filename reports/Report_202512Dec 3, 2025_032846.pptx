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1B-4B31-86B8-253C7FC1F9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E7-430E-AFD9-093C6CF12F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/>
                  <a:t>Servers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rPr lang="en-US"/>
                  <a:t>Count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132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25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2A-4494-9E75-2866D85782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/>
                  <a:t>NF Packages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rPr lang="en-US"/>
                  <a:t>Count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invertIfNegative val="1"/>
          <c:cat>
            <c:strRef>
              <c:f>Sheet1!$A$2:$A$12</c:f>
              <c:strCache>
                <c:ptCount val="11"/>
                <c:pt idx="0">
                  <c:v>1-2-3</c:v>
                </c:pt>
                <c:pt idx="1">
                  <c:v>DemoTest</c:v>
                </c:pt>
                <c:pt idx="2">
                  <c:v>SEPPtest</c:v>
                </c:pt>
                <c:pt idx="3">
                  <c:v>seppsanity</c:v>
                </c:pt>
                <c:pt idx="4">
                  <c:v>SEPPSANITYTEST</c:v>
                </c:pt>
                <c:pt idx="5">
                  <c:v>startinstances</c:v>
                </c:pt>
                <c:pt idx="6">
                  <c:v>stop_tts34</c:v>
                </c:pt>
                <c:pt idx="7">
                  <c:v>startandstop</c:v>
                </c:pt>
                <c:pt idx="8">
                  <c:v>SEPP_Sanity</c:v>
                </c:pt>
                <c:pt idx="9">
                  <c:v>tesla033</c:v>
                </c:pt>
                <c:pt idx="10">
                  <c:v>usdpDT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107</c:v>
                </c:pt>
                <c:pt idx="1">
                  <c:v>353</c:v>
                </c:pt>
                <c:pt idx="2">
                  <c:v>11</c:v>
                </c:pt>
                <c:pt idx="3">
                  <c:v>16</c:v>
                </c:pt>
                <c:pt idx="4">
                  <c:v>12</c:v>
                </c:pt>
                <c:pt idx="5">
                  <c:v>57</c:v>
                </c:pt>
                <c:pt idx="6">
                  <c:v>22</c:v>
                </c:pt>
                <c:pt idx="7">
                  <c:v>37</c:v>
                </c:pt>
                <c:pt idx="8">
                  <c:v>9</c:v>
                </c:pt>
                <c:pt idx="9">
                  <c:v>22</c:v>
                </c:pt>
                <c:pt idx="10">
                  <c:v>499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BF-4F39-A388-B657CBDD0E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/>
                  <a:t>Sessions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rPr lang="en-US"/>
                  <a:t>Duration (sec)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Fail Ratio</c:v>
                </c:pt>
              </c:strCache>
            </c:strRef>
          </c:tx>
          <c:invertIfNegative val="1"/>
          <c:cat>
            <c:strRef>
              <c:f>Sheet1!$A$2:$A$2</c:f>
              <c:strCache>
                <c:ptCount val="1"/>
                <c:pt idx="0">
                  <c:v>test-2.0.1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9E-43BE-96B0-7DF2D38C0D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/>
                  <a:t>HSS Versions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rPr lang="en-US"/>
                  <a:t>Fail Ratio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report provides a comprehensive automated analysis</a:t>
            </a:r>
          </a:p>
          <a:p>
            <a:r>
              <a:t>of recent test executions, including overall pass/fail distribution</a:t>
            </a:r>
          </a:p>
          <a:p>
            <a:r>
              <a:t>, server-level activity trends, NF package behavior across ARTS01,</a:t>
            </a:r>
          </a:p>
          <a:p>
            <a:r>
              <a:t>execution duration patterns for successful sessions,</a:t>
            </a:r>
          </a:p>
          <a:p>
            <a:r>
              <a:t>and detailed fail-rate insights for HSS package versions.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HSS Version Fail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95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Test Report in Last 30 Days</vt:lpstr>
      <vt:lpstr>Overall Pass/Fail Distribution</vt:lpstr>
      <vt:lpstr>Server Session Count</vt:lpstr>
      <vt:lpstr>ARTS01 NF Package Distribution</vt:lpstr>
      <vt:lpstr>ARTS01 Passed Session Durations</vt:lpstr>
      <vt:lpstr>ARTS01 HSS Version Fail Rate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Vedat Zeybek</cp:lastModifiedBy>
  <cp:revision>2</cp:revision>
  <dcterms:created xsi:type="dcterms:W3CDTF">2013-01-27T09:14:16Z</dcterms:created>
  <dcterms:modified xsi:type="dcterms:W3CDTF">2025-12-03T08:41:08Z</dcterms:modified>
  <cp:category/>
</cp:coreProperties>
</file>