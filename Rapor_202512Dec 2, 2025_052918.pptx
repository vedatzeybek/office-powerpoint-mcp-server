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Test Results Summary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  <c:pt idx="7">
                  <c:v>part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4.0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