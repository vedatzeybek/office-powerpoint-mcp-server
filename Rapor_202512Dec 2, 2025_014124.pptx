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0.0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No test sessions found in the specified time range.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45720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