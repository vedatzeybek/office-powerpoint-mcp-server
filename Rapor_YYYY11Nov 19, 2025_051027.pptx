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latin typeface="Arial"/>
              </a:rPr>
              <a:t>Ecaterina Ternovetcaia (EXT-Nokia) | upg | passed | 1762433148 | 1762433255</a:t>
            </a:r>
          </a:p>
          <a:p>
            <a:pPr algn="l"/>
            <a:r>
              <a:rPr sz="1400" b="0">
                <a:latin typeface="Arial"/>
              </a:rPr>
              <a:t>Ecaterina Ternovetcaia (EXT-Nokia) | upg | passed | 1761313236 | 1761313569</a:t>
            </a:r>
          </a:p>
          <a:p>
            <a:pPr algn="l"/>
            <a:r>
              <a:rPr sz="1400" b="0">
                <a:latin typeface="Arial"/>
              </a:rPr>
              <a:t>Ecaterina Ternovetcaia (EXT-Nokia) | upg | passed | 1761296757 | 1761296859</a:t>
            </a:r>
          </a:p>
          <a:p>
            <a:pPr algn="l"/>
            <a:r>
              <a:rPr sz="1400" b="0">
                <a:latin typeface="Arial"/>
              </a:rPr>
              <a:t>Ecaterina Ternovetcaia (EXT-Nokia) | upg | passed | 1760458388 | 1760458414</a:t>
            </a:r>
          </a:p>
          <a:p>
            <a:pPr algn="l"/>
            <a:r>
              <a:rPr sz="1400" b="0">
                <a:latin typeface="Arial"/>
              </a:rPr>
              <a:t>Ecaterina Ternovetcaia (EXT-Nokia) | upg | passed | 1760458118 | 1760458145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