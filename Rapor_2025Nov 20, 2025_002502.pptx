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 Ecaterina Ternovetcaia (EXT-Nokia) | upg | failed | 2025-11-19 10:00 | 2025-11-19 10:30</a:t>
            </a:r>
          </a:p>
          <a:p>
            <a:r>
              <a:t> Ecaterina Ternovetcaia (EXT-Nokia) | upg | failed | 2025-11-19 10:00 | 2025-11-19 10:30</a:t>
            </a:r>
          </a:p>
          <a:p>
            <a:r>
              <a:t> Ecaterina Ternovetcaia (EXT-Nokia) | upg | failed | 2025-11-19 10:00 | 2025-11-19 10:30</a:t>
            </a:r>
          </a:p>
          <a:p>
            <a:r>
              <a:t> Ecaterina Ternovetcaia (EXT-Nokia) | upg | failed | 2025-11-19 10:00 | 2025-11-19 10:30</a:t>
            </a:r>
          </a:p>
          <a:p>
            <a:r>
              <a:t> Ecaterina Ternovetcaia (EXT-Nokia) | upg | failed | 2025-11-19 10:00 | 2025-11-19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200" b="1"/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Package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Start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End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000"/>
                        <a:t>Ecaterina Ternovetcaia (EXT-Nokia)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upg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failed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2025-11-19 10:30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