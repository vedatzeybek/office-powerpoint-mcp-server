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Test Session Status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25.0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4.0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 Name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9144000" cy="7315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