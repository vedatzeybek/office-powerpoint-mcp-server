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ARTS Session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0" y="0"/>
          <a:ext cx="6400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600200"/>
                <a:gridCol w="1600200"/>
                <a:gridCol w="1600200"/>
              </a:tblGrid>
              <a:tr h="762000">
                <a:tc>
                  <a:txBody>
                    <a:bodyPr wrap="square"/>
                    <a:lstStyle/>
                    <a:p>
                      <a:r>
                        <a:rPr sz="1200" b="1"/>
                        <a:t>ID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1"/>
                        <a:t>Username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1"/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1"/>
                        <a:t>NF Package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 wrap="square"/>
                    <a:lstStyle/>
                    <a:p>
                      <a:r>
                        <a:rPr sz="1000"/>
                        <a:t>hsssdl2105_I_ARTS03_hss_test-201_1762472356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Arumugam Saravanan (EXT-Nokia)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failed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hss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 wrap="square"/>
                    <a:lstStyle/>
                    <a:p>
                      <a:r>
                        <a:rPr sz="1000"/>
                        <a:t>hsssdl2105_I_ARTS03_hss_test-201_1762472073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Arumugam Saravanan (EXT-Nokia)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failed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hss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 wrap="square"/>
                    <a:lstStyle/>
                    <a:p>
                      <a:r>
                        <a:rPr sz="1000"/>
                        <a:t>hss2132sdl_I_ARTS03_hss_test-201_1762466580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Arumugam Saravanan (EXT-Nokia)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failed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hss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 wrap="square"/>
                    <a:lstStyle/>
                    <a:p>
                      <a:r>
                        <a:rPr sz="1000"/>
                        <a:t>hss2105sdl_I_ARTS03_hss_test-201_1762466134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Arumugam Saravanan (EXT-Nokia)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failed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hss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 wrap="square"/>
                    <a:lstStyle/>
                    <a:p>
                      <a:r>
                        <a:rPr sz="1000"/>
                        <a:t>hss2105sdl_I_ARTS03_hss_test-201_1762465555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Arumugam Saravanan (EXT-Nokia)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failed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hss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