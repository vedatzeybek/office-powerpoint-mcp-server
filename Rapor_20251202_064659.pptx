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54.0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nap</c:v>
                </c:pt>
                <c:pt idx="4">
                  <c:v>part</c:v>
                </c:pt>
                <c:pt idx="5">
                  <c:v>sepp</c:v>
                </c:pt>
                <c:pt idx="6">
                  <c:v>upg</c:v>
                </c:pt>
                <c:pt idx="7">
                  <c:v>usdp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2.0</c:v>
                </c:pt>
                <c:pt idx="6">
                  <c:v>12.0</c:v>
                </c:pt>
                <c:pt idx="7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