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12.0</c:v>
                </c:pt>
                <c:pt idx="1">
                  <c:v>4.0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3.0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  <c:pt idx="5">
                  <c:v>SEPP_Sanity</c:v>
                </c:pt>
                <c:pt idx="6">
                  <c:v>SEPPtest</c:v>
                </c:pt>
                <c:pt idx="7">
                  <c:v>seppsanity</c:v>
                </c:pt>
                <c:pt idx="8">
                  <c:v>SEPPSANITYTEST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  <c:pt idx="5">
                  <c:v>9.0</c:v>
                </c:pt>
                <c:pt idx="6">
                  <c:v>11.0</c:v>
                </c:pt>
                <c:pt idx="7">
                  <c:v>16.0</c:v>
                </c:pt>
                <c:pt idx="8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