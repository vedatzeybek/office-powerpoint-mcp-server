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Session Report for Failed upg Package Runs</a:t>
            </a:r>
          </a:p>
          <a:p>
            <a:pPr algn="l"/>
          </a:p>
          <a:p>
            <a:pPr algn="l"/>
            <a:r>
              <a:rPr sz="1400" b="0">
                <a:latin typeface="Arial"/>
              </a:rPr>
              <a:t>1. ID: 25-new_I_ARTS01_upg_2400-DEV104_1762437655</a:t>
            </a:r>
          </a:p>
          <a:p>
            <a:pPr algn="l"/>
            <a:r>
              <a:rPr sz="1400" b="0">
                <a:latin typeface="Arial"/>
              </a:rPr>
              <a:t>   Username: Ecaterina Ternovetcaia (EXT-Nokia)</a:t>
            </a:r>
          </a:p>
          <a:p>
            <a:pPr algn="l"/>
            <a:r>
              <a:rPr sz="1400" b="0">
                <a:latin typeface="Arial"/>
              </a:rPr>
              <a:t>   Status: failed</a:t>
            </a:r>
          </a:p>
          <a:p>
            <a:pPr algn="l"/>
            <a:r>
              <a:rPr sz="1400" b="0">
                <a:latin typeface="Arial"/>
              </a:rPr>
              <a:t>   Package: upg</a:t>
            </a:r>
          </a:p>
          <a:p>
            <a:pPr algn="l"/>
            <a:r>
              <a:rPr sz="1400" b="0">
                <a:latin typeface="Arial"/>
              </a:rPr>
              <a:t>   Version: 24.0.0-DEV1.0.4</a:t>
            </a:r>
          </a:p>
          <a:p>
            <a:pPr algn="l"/>
            <a:r>
              <a:rPr sz="1400" b="0">
                <a:latin typeface="Arial"/>
              </a:rPr>
              <a:t>   Server: ARTS01</a:t>
            </a:r>
          </a:p>
          <a:p>
            <a:pPr algn="l"/>
            <a:r>
              <a:rPr sz="1400" b="0">
                <a:latin typeface="Arial"/>
              </a:rPr>
              <a:t>   Total Tests: 25</a:t>
            </a:r>
          </a:p>
          <a:p>
            <a:pPr algn="l"/>
            <a:r>
              <a:rPr sz="1400" b="0">
                <a:latin typeface="Arial"/>
              </a:rPr>
              <a:t>   Failed Tests: 23</a:t>
            </a:r>
          </a:p>
          <a:p>
            <a:pPr algn="l"/>
            <a:r>
              <a:rPr sz="1400" b="0">
                <a:latin typeface="Arial"/>
              </a:rPr>
              <a:t>   Passed Tests: 2</a:t>
            </a:r>
          </a:p>
          <a:p>
            <a:pPr algn="l"/>
            <a:r>
              <a:rPr sz="1400" b="0">
                <a:latin typeface="Arial"/>
              </a:rPr>
              <a:t>   Duration: 2789 seconds</a:t>
            </a:r>
          </a:p>
          <a:p>
            <a:pPr algn="l"/>
          </a:p>
          <a:p>
            <a:pPr algn="l"/>
            <a:r>
              <a:rPr sz="1400" b="0">
                <a:latin typeface="Arial"/>
              </a:rPr>
              <a:t>2. ID: 1-2-3_I_ARTS01_upg_2400-DEV104_1762422426</a:t>
            </a:r>
          </a:p>
          <a:p>
            <a:pPr algn="l"/>
            <a:r>
              <a:rPr sz="1400" b="0">
                <a:latin typeface="Arial"/>
              </a:rPr>
              <a:t>   Username: Ecaterina Ternovetcaia (EXT-Nokia)</a:t>
            </a:r>
          </a:p>
          <a:p>
            <a:pPr algn="l"/>
            <a:r>
              <a:rPr sz="1400" b="0">
                <a:latin typeface="Arial"/>
              </a:rPr>
              <a:t>   Status: failed</a:t>
            </a:r>
          </a:p>
          <a:p>
            <a:pPr algn="l"/>
            <a:r>
              <a:rPr sz="1400" b="0">
                <a:latin typeface="Arial"/>
              </a:rPr>
              <a:t>   Package: upg</a:t>
            </a:r>
          </a:p>
          <a:p>
            <a:pPr algn="l"/>
            <a:r>
              <a:rPr sz="1400" b="0">
                <a:latin typeface="Arial"/>
              </a:rPr>
              <a:t>   Version: 24.0.0-DEV1.0.4</a:t>
            </a:r>
          </a:p>
          <a:p>
            <a:pPr algn="l"/>
            <a:r>
              <a:rPr sz="1400" b="0">
                <a:latin typeface="Arial"/>
              </a:rPr>
              <a:t>   Server: ARTS01</a:t>
            </a:r>
          </a:p>
          <a:p>
            <a:pPr algn="l"/>
            <a:r>
              <a:rPr sz="1400" b="0">
                <a:latin typeface="Arial"/>
              </a:rPr>
              <a:t>   Total Tests: 3</a:t>
            </a:r>
          </a:p>
          <a:p>
            <a:pPr algn="l"/>
            <a:r>
              <a:rPr sz="1400" b="0">
                <a:latin typeface="Arial"/>
              </a:rPr>
              <a:t>   Failed Tests: 3</a:t>
            </a:r>
          </a:p>
          <a:p>
            <a:pPr algn="l"/>
            <a:r>
              <a:rPr sz="1400" b="0">
                <a:latin typeface="Arial"/>
              </a:rPr>
              <a:t>   Passed Tests: 0</a:t>
            </a:r>
          </a:p>
          <a:p>
            <a:pPr algn="l"/>
            <a:r>
              <a:rPr sz="1400" b="0">
                <a:latin typeface="Arial"/>
              </a:rPr>
              <a:t>   Duration: 178 seconds</a:t>
            </a:r>
          </a:p>
          <a:p>
            <a:pPr algn="l"/>
          </a:p>
          <a:p>
            <a:pPr algn="l"/>
            <a:r>
              <a:rPr sz="1400" b="0">
                <a:latin typeface="Arial"/>
              </a:rPr>
              <a:t>3. ID: 25-new_I_ARTS01_upg_2400-DEV104_1762416448</a:t>
            </a:r>
          </a:p>
          <a:p>
            <a:pPr algn="l"/>
            <a:r>
              <a:rPr sz="1400" b="0">
                <a:latin typeface="Arial"/>
              </a:rPr>
              <a:t>   Username: Ecaterina Ternovetcaia (EXT-Nokia)</a:t>
            </a:r>
          </a:p>
          <a:p>
            <a:pPr algn="l"/>
            <a:r>
              <a:rPr sz="1400" b="0">
                <a:latin typeface="Arial"/>
              </a:rPr>
              <a:t>   Status: failed</a:t>
            </a:r>
          </a:p>
          <a:p>
            <a:pPr algn="l"/>
            <a:r>
              <a:rPr sz="1400" b="0">
                <a:latin typeface="Arial"/>
              </a:rPr>
              <a:t>   Package: upg</a:t>
            </a:r>
          </a:p>
          <a:p>
            <a:pPr algn="l"/>
            <a:r>
              <a:rPr sz="1400" b="0">
                <a:latin typeface="Arial"/>
              </a:rPr>
              <a:t>   Version: 24.0.0-DEV1.0.4</a:t>
            </a:r>
          </a:p>
          <a:p>
            <a:pPr algn="l"/>
            <a:r>
              <a:rPr sz="1400" b="0">
                <a:latin typeface="Arial"/>
              </a:rPr>
              <a:t>   Server: ARTS01</a:t>
            </a:r>
          </a:p>
          <a:p>
            <a:pPr algn="l"/>
            <a:r>
              <a:rPr sz="1400" b="0">
                <a:latin typeface="Arial"/>
              </a:rPr>
              <a:t>   Total Tests: 25</a:t>
            </a:r>
          </a:p>
          <a:p>
            <a:pPr algn="l"/>
            <a:r>
              <a:rPr sz="1400" b="0">
                <a:latin typeface="Arial"/>
              </a:rPr>
              <a:t>   Failed Tests: 23</a:t>
            </a:r>
          </a:p>
          <a:p>
            <a:pPr algn="l"/>
            <a:r>
              <a:rPr sz="1400" b="0">
                <a:latin typeface="Arial"/>
              </a:rPr>
              <a:t>   Passed Tests: 2</a:t>
            </a:r>
          </a:p>
          <a:p>
            <a:pPr algn="l"/>
            <a:r>
              <a:rPr sz="1400" b="0">
                <a:latin typeface="Arial"/>
              </a:rPr>
              <a:t>   Duration: 1357 seconds</a:t>
            </a:r>
          </a:p>
          <a:p>
            <a:pPr algn="l"/>
          </a:p>
          <a:p>
            <a:pPr algn="l"/>
            <a:r>
              <a:rPr sz="1400" b="0">
                <a:latin typeface="Arial"/>
              </a:rPr>
              <a:t>4. ID: all_I_ARTS01_upg_2400-DEV104_1762000980</a:t>
            </a:r>
          </a:p>
          <a:p>
            <a:pPr algn="l"/>
            <a:r>
              <a:rPr sz="1400" b="0">
                <a:latin typeface="Arial"/>
              </a:rPr>
              <a:t>   Username: Ecaterina Ternovetcaia (EXT-Nokia)</a:t>
            </a:r>
          </a:p>
          <a:p>
            <a:pPr algn="l"/>
            <a:r>
              <a:rPr sz="1400" b="0">
                <a:latin typeface="Arial"/>
              </a:rPr>
              <a:t>   Status: failed</a:t>
            </a:r>
          </a:p>
          <a:p>
            <a:pPr algn="l"/>
            <a:r>
              <a:rPr sz="1400" b="0">
                <a:latin typeface="Arial"/>
              </a:rPr>
              <a:t>   Package: upg</a:t>
            </a:r>
          </a:p>
          <a:p>
            <a:pPr algn="l"/>
            <a:r>
              <a:rPr sz="1400" b="0">
                <a:latin typeface="Arial"/>
              </a:rPr>
              <a:t>   Version: 24.0.0-DEV1.0.4</a:t>
            </a:r>
          </a:p>
          <a:p>
            <a:pPr algn="l"/>
            <a:r>
              <a:rPr sz="1400" b="0">
                <a:latin typeface="Arial"/>
              </a:rPr>
              <a:t>   Server: ARTS01</a:t>
            </a:r>
          </a:p>
          <a:p>
            <a:pPr algn="l"/>
            <a:r>
              <a:rPr sz="1400" b="0">
                <a:latin typeface="Arial"/>
              </a:rPr>
              <a:t>   Total Tests: 129</a:t>
            </a:r>
          </a:p>
          <a:p>
            <a:pPr algn="l"/>
            <a:r>
              <a:rPr sz="1400" b="0">
                <a:latin typeface="Arial"/>
              </a:rPr>
              <a:t>   Failed Tests: 96</a:t>
            </a:r>
          </a:p>
          <a:p>
            <a:pPr algn="l"/>
            <a:r>
              <a:rPr sz="1400" b="0">
                <a:latin typeface="Arial"/>
              </a:rPr>
              <a:t>   Passed Tests: 33</a:t>
            </a:r>
          </a:p>
          <a:p>
            <a:pPr algn="l"/>
            <a:r>
              <a:rPr sz="1400" b="0">
                <a:latin typeface="Arial"/>
              </a:rPr>
              <a:t>   Duration: 6422 seconds</a:t>
            </a:r>
          </a:p>
          <a:p>
            <a:pPr algn="l"/>
          </a:p>
          <a:p>
            <a:pPr algn="l"/>
            <a:r>
              <a:rPr sz="1400" b="0">
                <a:latin typeface="Arial"/>
              </a:rPr>
              <a:t>5. ID: 1-2-3_I_ARTS01_upg_2400-DEV104_1761999673</a:t>
            </a:r>
          </a:p>
          <a:p>
            <a:pPr algn="l"/>
            <a:r>
              <a:rPr sz="1400" b="0">
                <a:latin typeface="Arial"/>
              </a:rPr>
              <a:t>   Username: Ecaterina Ternovetcaia (EXT-Nokia)</a:t>
            </a:r>
          </a:p>
          <a:p>
            <a:pPr algn="l"/>
            <a:r>
              <a:rPr sz="1400" b="0">
                <a:latin typeface="Arial"/>
              </a:rPr>
              <a:t>   Status: failed</a:t>
            </a:r>
          </a:p>
          <a:p>
            <a:pPr algn="l"/>
            <a:r>
              <a:rPr sz="1400" b="0">
                <a:latin typeface="Arial"/>
              </a:rPr>
              <a:t>   Package: upg</a:t>
            </a:r>
          </a:p>
          <a:p>
            <a:pPr algn="l"/>
            <a:r>
              <a:rPr sz="1400" b="0">
                <a:latin typeface="Arial"/>
              </a:rPr>
              <a:t>   Version: 24.0.0-DEV1.0.4</a:t>
            </a:r>
          </a:p>
          <a:p>
            <a:pPr algn="l"/>
            <a:r>
              <a:rPr sz="1400" b="0">
                <a:latin typeface="Arial"/>
              </a:rPr>
              <a:t>   Server: ARTS01</a:t>
            </a:r>
          </a:p>
          <a:p>
            <a:pPr algn="l"/>
            <a:r>
              <a:rPr sz="1400" b="0">
                <a:latin typeface="Arial"/>
              </a:rPr>
              <a:t>   Total Tests: 3</a:t>
            </a:r>
          </a:p>
          <a:p>
            <a:pPr algn="l"/>
            <a:r>
              <a:rPr sz="1400" b="0">
                <a:latin typeface="Arial"/>
              </a:rPr>
              <a:t>   Failed Tests: 2</a:t>
            </a:r>
          </a:p>
          <a:p>
            <a:pPr algn="l"/>
            <a:r>
              <a:rPr sz="1400" b="0">
                <a:latin typeface="Arial"/>
              </a:rPr>
              <a:t>   Passed Tests: 1</a:t>
            </a:r>
          </a:p>
          <a:p>
            <a:pPr algn="l"/>
            <a:r>
              <a:rPr sz="1400" b="0">
                <a:latin typeface="Arial"/>
              </a:rPr>
              <a:t>   Duration: 82 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