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latin typeface="Courier New"/>
              </a:rPr>
              <a:t>Failed Sessions Report\n\nTotal Sessions Found: 40\nDisplayed: 5\n\n1. ID: 25-new_I_ARTS01_upg_2400-DEV104_1762437655\n   Username: Ecaterina Ternovetcaia\n   Test: 25-new\n   Status: failed\n   Server: ARTS01\n   Tests: 25 (23 failed / 2 passed)\n   Duration: 2789s\n\n2. ID: 1-2-3_I_ARTS01_upg_2400-DEV104_1762422426\n   Username: Ecaterina Ternovetcaia\n   Test: 1-2-3\n   Status: failed\n   Server: ARTS01\n   Tests: 3 (3 failed / 0 passed)\n   Duration: 178s\n\n3. ID: 25-new_I_ARTS01_upg_2400-DEV104_1762416448\n   Username: Ecaterina Ternovetcaia\n   Test: 25-new\n   Status: failed\n   Server: ARTS01\n   Tests: 25 (23 failed / 2 passed)\n   Duration: 1357s\n\n4. ID: all_I_ARTS01_upg_2400-DEV104_1762000980\n   Username: Ecaterina Ternovetcaia\n   Test: all\n   Status: failed\n   Server: ARTS01\n   Tests: 129 (96 failed / 33 passed)\n   Duration: 6422s\n\n5. ID: 1-2-3_I_ARTS01_upg_2400-DEV104_1761999673\n   Username: Ecaterina Ternovetcaia\n   Test: 1-2-3\n   Status: failed\n   Server: ARTS01\n   Tests: 3 (2 failed / 1 passed)\n   Duration: 82s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