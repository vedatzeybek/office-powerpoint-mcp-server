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33.0</c:v>
                </c:pt>
                <c:pt idx="1">
                  <c:v>125.0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33.0</c:v>
                </c:pt>
                <c:pt idx="1">
                  <c:v>125.0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33.0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seppsanity</c:v>
                </c:pt>
                <c:pt idx="4">
                  <c:v>SEPPSANITYTEST</c:v>
                </c:pt>
                <c:pt idx="5">
                  <c:v>startinstances</c:v>
                </c:pt>
                <c:pt idx="6">
                  <c:v>stop_tts34</c:v>
                </c:pt>
                <c:pt idx="7">
                  <c:v>startandstop</c:v>
                </c:pt>
                <c:pt idx="8">
                  <c:v>SEPP_Sanity</c:v>
                </c:pt>
                <c:pt idx="9">
                  <c:v>tesla033</c:v>
                </c:pt>
                <c:pt idx="10">
                  <c:v>usdpDT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16.0</c:v>
                </c:pt>
                <c:pt idx="4">
                  <c:v>12.0</c:v>
                </c:pt>
                <c:pt idx="5">
                  <c:v>57.0</c:v>
                </c:pt>
                <c:pt idx="6">
                  <c:v>22.0</c:v>
                </c:pt>
                <c:pt idx="7">
                  <c:v>37.0</c:v>
                </c:pt>
                <c:pt idx="8">
                  <c:v>9.0</c:v>
                </c:pt>
                <c:pt idx="9">
                  <c:v>22.0</c:v>
                </c:pt>
                <c:pt idx="10">
                  <c:v>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