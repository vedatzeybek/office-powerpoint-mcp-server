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Pass/Fail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Server Session Count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45.0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NF Package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25.0</c:v>
                </c:pt>
                <c:pt idx="1">
                  <c:v>5.0</c:v>
                </c:pt>
                <c:pt idx="2">
                  <c:v>1.0</c:v>
                </c:pt>
                <c:pt idx="3">
                  <c:v>1.0</c:v>
                </c:pt>
                <c:pt idx="4">
                  <c:v>5.0</c:v>
                </c:pt>
                <c:pt idx="5">
                  <c:v>10.0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Passed Session Durations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startandstop</c:v>
                </c:pt>
                <c:pt idx="4">
                  <c:v>stop_tts34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37.0</c:v>
                </c:pt>
                <c:pt idx="4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HSS Version Failure Ratio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/>
              <a:t>This report provides an automated analysis of test executions, including pass/fail distribution, server activity, NF package behavior, and execution duration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Failure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