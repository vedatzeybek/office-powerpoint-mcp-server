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52.0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upg</c:v>
                </c:pt>
                <c:pt idx="2">
                  <c:v>nap</c:v>
                </c:pt>
                <c:pt idx="3">
                  <c:v>sepp</c:v>
                </c:pt>
                <c:pt idx="4">
                  <c:v>lnpframework</c:v>
                </c:pt>
                <c:pt idx="5">
                  <c:v>nbsf</c:v>
                </c:pt>
                <c:pt idx="6">
                  <c:v>usdp</c:v>
                </c:pt>
                <c:pt idx="7">
                  <c:v>part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27.0</c:v>
                </c:pt>
                <c:pt idx="1">
                  <c:v>5.0</c:v>
                </c:pt>
                <c:pt idx="2">
                  <c:v>1.0</c:v>
                </c:pt>
                <c:pt idx="3">
                  <c:v>1.0</c:v>
                </c:pt>
                <c:pt idx="4">
                  <c:v>5.0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