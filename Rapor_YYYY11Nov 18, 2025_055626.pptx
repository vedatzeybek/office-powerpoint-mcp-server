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</a:rPr>
              <a:t>automation-agent | hss c23.2-1.0.7 | aborted | 2025-11-18 18:44:24 | 2025-11-18 18:47:01</a:t>
            </a:r>
          </a:p>
          <a:p>
            <a:pPr algn="l"/>
            <a:r>
              <a:rPr sz="2400" b="1">
                <a:latin typeface="Arial"/>
              </a:rPr>
              <a:t>automation-agent | hss c23.2-1.0.7 | failed | 2025-11-18 18:43:14 | 2025-11-18 18:54:36</a:t>
            </a:r>
          </a:p>
          <a:p>
            <a:pPr algn="l"/>
            <a:r>
              <a:rPr sz="2400" b="1">
                <a:latin typeface="Arial"/>
              </a:rPr>
              <a:t>automation-agent | hss c23.2-1.0.7 | error | 2025-11-18 18:42:22 |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