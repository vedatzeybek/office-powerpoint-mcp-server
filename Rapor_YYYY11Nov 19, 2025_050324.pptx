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Ecaterina Ternovetcaia (EXT-Nokia) | upg | failed | 1762437655 | 1762440444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1762422426 | 1762422604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1762416449 | 1762417806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1762000981 | 1762007403</a:t>
            </a:r>
          </a:p>
          <a:p>
            <a:pPr algn="l"/>
            <a:r>
              <a:rPr sz="1400" b="0">
                <a:latin typeface="Arial"/>
              </a:rPr>
              <a:t>Ecaterina Ternovetcaia (EXT-Nokia) | upg | failed | 1761999674 | 1761999756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