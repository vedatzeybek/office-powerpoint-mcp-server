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128.0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128.0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128.0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30.0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1-2-3</c:v>
                </c:pt>
                <c:pt idx="1">
                  <c:v>DemoTest</c:v>
                </c:pt>
                <c:pt idx="2">
                  <c:v>SEPPtest</c:v>
                </c:pt>
                <c:pt idx="3">
                  <c:v>startinstances</c:v>
                </c:pt>
                <c:pt idx="4">
                  <c:v>sepp_start_33</c:v>
                </c:pt>
                <c:pt idx="5">
                  <c:v>stop_tts34</c:v>
                </c:pt>
                <c:pt idx="6">
                  <c:v>seppsanity</c:v>
                </c:pt>
                <c:pt idx="7">
                  <c:v>SEPPSANITYTEST</c:v>
                </c:pt>
                <c:pt idx="8">
                  <c:v>startinstances</c:v>
                </c:pt>
                <c:pt idx="9">
                  <c:v>stop_tts34</c:v>
                </c:pt>
                <c:pt idx="10">
                  <c:v>startinstances</c:v>
                </c:pt>
                <c:pt idx="11">
                  <c:v>startandstop</c:v>
                </c:pt>
                <c:pt idx="12">
                  <c:v>SEPP_Sanity</c:v>
                </c:pt>
                <c:pt idx="13">
                  <c:v>tesla033</c:v>
                </c:pt>
                <c:pt idx="14">
                  <c:v>usdpDT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107.0</c:v>
                </c:pt>
                <c:pt idx="1">
                  <c:v>353.0</c:v>
                </c:pt>
                <c:pt idx="2">
                  <c:v>11.0</c:v>
                </c:pt>
                <c:pt idx="3">
                  <c:v>57.0</c:v>
                </c:pt>
                <c:pt idx="4">
                  <c:v>16.0</c:v>
                </c:pt>
                <c:pt idx="5">
                  <c:v>22.0</c:v>
                </c:pt>
                <c:pt idx="6">
                  <c:v>16.0</c:v>
                </c:pt>
                <c:pt idx="7">
                  <c:v>12.0</c:v>
                </c:pt>
                <c:pt idx="8">
                  <c:v>57.0</c:v>
                </c:pt>
                <c:pt idx="9">
                  <c:v>22.0</c:v>
                </c:pt>
                <c:pt idx="10">
                  <c:v>642.0</c:v>
                </c:pt>
                <c:pt idx="11">
                  <c:v>37.0</c:v>
                </c:pt>
                <c:pt idx="12">
                  <c:v>9.0</c:v>
                </c:pt>
                <c:pt idx="13">
                  <c:v>22.0</c:v>
                </c:pt>
                <c:pt idx="14">
                  <c:v>499.0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 of recent test executions, including overall pass/fail distribution, server-level activity trends, NF package behavior across ARTS01, execution duration patterns for successful sessions, 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