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14.0</c:v>
                </c:pt>
                <c:pt idx="1">
                  <c:v>36.0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2.0</c:v>
                </c:pt>
                <c:pt idx="1">
                  <c:v>36.0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Sheet1!$A$2:$A$8</c:f>
              <c:strCache>
                <c:ptCount val="7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part</c:v>
                </c:pt>
                <c:pt idx="4">
                  <c:v>sepp</c:v>
                </c:pt>
                <c:pt idx="5">
                  <c:v>upg</c:v>
                </c:pt>
                <c:pt idx="6">
                  <c:v>usdp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  <c:pt idx="6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